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3"/>
  </p:notesMasterIdLst>
  <p:handoutMasterIdLst>
    <p:handoutMasterId r:id="rId14"/>
  </p:handoutMasterIdLst>
  <p:sldIdLst>
    <p:sldId id="436" r:id="rId5"/>
    <p:sldId id="441" r:id="rId6"/>
    <p:sldId id="438" r:id="rId7"/>
    <p:sldId id="443" r:id="rId8"/>
    <p:sldId id="442" r:id="rId9"/>
    <p:sldId id="447" r:id="rId10"/>
    <p:sldId id="446" r:id="rId11"/>
    <p:sldId id="43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8187"/>
    <a:srgbClr val="0C40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AD9B30-1A0C-49EA-A946-700E816AB9B4}" v="13" dt="2025-12-30T22:52:34.206"/>
  </p1510:revLst>
</p1510:revInfo>
</file>

<file path=ppt/tableStyles.xml><?xml version="1.0" encoding="utf-8"?>
<a:tblStyleLst xmlns:a="http://schemas.openxmlformats.org/drawingml/2006/main" def="{0E3FDE45-AF77-4B5C-9715-49D594BDF05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5394" autoAdjust="0"/>
  </p:normalViewPr>
  <p:slideViewPr>
    <p:cSldViewPr snapToGrid="0">
      <p:cViewPr varScale="1">
        <p:scale>
          <a:sx n="70" d="100"/>
          <a:sy n="70" d="100"/>
        </p:scale>
        <p:origin x="403" y="278"/>
      </p:cViewPr>
      <p:guideLst/>
    </p:cSldViewPr>
  </p:slideViewPr>
  <p:outlineViewPr>
    <p:cViewPr>
      <p:scale>
        <a:sx n="33" d="100"/>
        <a:sy n="33" d="100"/>
      </p:scale>
      <p:origin x="0" y="-1714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717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ranya Sahu" userId="5c5397e115b556e9" providerId="LiveId" clId="{F36507E8-B9D3-41B3-AB3F-0D8C02A148FA}"/>
    <pc:docChg chg="undo custSel delSld modSld sldOrd">
      <pc:chgData name="Sharanya Sahu" userId="5c5397e115b556e9" providerId="LiveId" clId="{F36507E8-B9D3-41B3-AB3F-0D8C02A148FA}" dt="2026-01-03T00:42:41.862" v="794" actId="26606"/>
      <pc:docMkLst>
        <pc:docMk/>
      </pc:docMkLst>
      <pc:sldChg chg="addSp delSp modSp mod modMedia setBg addAnim delAnim delDesignElem">
        <pc:chgData name="Sharanya Sahu" userId="5c5397e115b556e9" providerId="LiveId" clId="{F36507E8-B9D3-41B3-AB3F-0D8C02A148FA}" dt="2026-01-03T00:42:41.862" v="794" actId="26606"/>
        <pc:sldMkLst>
          <pc:docMk/>
          <pc:sldMk cId="3441048361" sldId="436"/>
        </pc:sldMkLst>
        <pc:spChg chg="mod">
          <ac:chgData name="Sharanya Sahu" userId="5c5397e115b556e9" providerId="LiveId" clId="{F36507E8-B9D3-41B3-AB3F-0D8C02A148FA}" dt="2026-01-03T00:42:41.862" v="794" actId="26606"/>
          <ac:spMkLst>
            <pc:docMk/>
            <pc:sldMk cId="3441048361" sldId="436"/>
            <ac:spMk id="2" creationId="{F040D9AD-F97D-8DCF-97C2-FEE69475C0BC}"/>
          </ac:spMkLst>
        </pc:spChg>
        <pc:spChg chg="mod">
          <ac:chgData name="Sharanya Sahu" userId="5c5397e115b556e9" providerId="LiveId" clId="{F36507E8-B9D3-41B3-AB3F-0D8C02A148FA}" dt="2025-12-30T20:42:42.618" v="256" actId="26606"/>
          <ac:spMkLst>
            <pc:docMk/>
            <pc:sldMk cId="3441048361" sldId="436"/>
            <ac:spMk id="3" creationId="{5D9882FA-049D-25F3-3F24-590E9D0F184A}"/>
          </ac:spMkLst>
        </pc:spChg>
        <pc:spChg chg="add">
          <ac:chgData name="Sharanya Sahu" userId="5c5397e115b556e9" providerId="LiveId" clId="{F36507E8-B9D3-41B3-AB3F-0D8C02A148FA}" dt="2026-01-03T00:42:41.862" v="794" actId="26606"/>
          <ac:spMkLst>
            <pc:docMk/>
            <pc:sldMk cId="3441048361" sldId="436"/>
            <ac:spMk id="8" creationId="{7A08E557-10DB-421A-876E-1AE58F8E07C4}"/>
          </ac:spMkLst>
        </pc:spChg>
        <pc:spChg chg="add">
          <ac:chgData name="Sharanya Sahu" userId="5c5397e115b556e9" providerId="LiveId" clId="{F36507E8-B9D3-41B3-AB3F-0D8C02A148FA}" dt="2026-01-03T00:42:41.862" v="794" actId="26606"/>
          <ac:spMkLst>
            <pc:docMk/>
            <pc:sldMk cId="3441048361" sldId="436"/>
            <ac:spMk id="10" creationId="{1BF0D3EE-070A-4852-8B5A-AA44D3E8164E}"/>
          </ac:spMkLst>
        </pc:spChg>
        <pc:spChg chg="add">
          <ac:chgData name="Sharanya Sahu" userId="5c5397e115b556e9" providerId="LiveId" clId="{F36507E8-B9D3-41B3-AB3F-0D8C02A148FA}" dt="2026-01-03T00:42:41.862" v="794" actId="26606"/>
          <ac:spMkLst>
            <pc:docMk/>
            <pc:sldMk cId="3441048361" sldId="436"/>
            <ac:spMk id="12" creationId="{96F84D80-35B1-45B0-84DF-5743E83EE21F}"/>
          </ac:spMkLst>
        </pc:spChg>
        <pc:spChg chg="add">
          <ac:chgData name="Sharanya Sahu" userId="5c5397e115b556e9" providerId="LiveId" clId="{F36507E8-B9D3-41B3-AB3F-0D8C02A148FA}" dt="2026-01-03T00:42:41.862" v="794" actId="26606"/>
          <ac:spMkLst>
            <pc:docMk/>
            <pc:sldMk cId="3441048361" sldId="436"/>
            <ac:spMk id="14" creationId="{AC425E51-0F1B-4840-982B-B92C28F427F0}"/>
          </ac:spMkLst>
        </pc:spChg>
        <pc:spChg chg="add">
          <ac:chgData name="Sharanya Sahu" userId="5c5397e115b556e9" providerId="LiveId" clId="{F36507E8-B9D3-41B3-AB3F-0D8C02A148FA}" dt="2026-01-03T00:42:41.862" v="794" actId="26606"/>
          <ac:spMkLst>
            <pc:docMk/>
            <pc:sldMk cId="3441048361" sldId="436"/>
            <ac:spMk id="16" creationId="{023EDB88-A5F6-4BA8-9DFE-7C07E5A06992}"/>
          </ac:spMkLst>
        </pc:spChg>
        <pc:spChg chg="add">
          <ac:chgData name="Sharanya Sahu" userId="5c5397e115b556e9" providerId="LiveId" clId="{F36507E8-B9D3-41B3-AB3F-0D8C02A148FA}" dt="2026-01-03T00:42:41.862" v="794" actId="26606"/>
          <ac:spMkLst>
            <pc:docMk/>
            <pc:sldMk cId="3441048361" sldId="436"/>
            <ac:spMk id="18" creationId="{569F247B-257A-498F-9D12-D98D33DB6AEC}"/>
          </ac:spMkLst>
        </pc:spChg>
        <pc:spChg chg="add del">
          <ac:chgData name="Sharanya Sahu" userId="5c5397e115b556e9" providerId="LiveId" clId="{F36507E8-B9D3-41B3-AB3F-0D8C02A148FA}" dt="2026-01-03T00:42:41.854" v="793" actId="26606"/>
          <ac:spMkLst>
            <pc:docMk/>
            <pc:sldMk cId="3441048361" sldId="436"/>
            <ac:spMk id="30" creationId="{7A08E557-10DB-421A-876E-1AE58F8E07C4}"/>
          </ac:spMkLst>
        </pc:spChg>
        <pc:spChg chg="add del">
          <ac:chgData name="Sharanya Sahu" userId="5c5397e115b556e9" providerId="LiveId" clId="{F36507E8-B9D3-41B3-AB3F-0D8C02A148FA}" dt="2026-01-03T00:42:41.854" v="793" actId="26606"/>
          <ac:spMkLst>
            <pc:docMk/>
            <pc:sldMk cId="3441048361" sldId="436"/>
            <ac:spMk id="31" creationId="{6546463B-70A1-43E6-B786-035D36280F8A}"/>
          </ac:spMkLst>
        </pc:spChg>
        <pc:spChg chg="add del">
          <ac:chgData name="Sharanya Sahu" userId="5c5397e115b556e9" providerId="LiveId" clId="{F36507E8-B9D3-41B3-AB3F-0D8C02A148FA}" dt="2026-01-03T00:42:41.854" v="793" actId="26606"/>
          <ac:spMkLst>
            <pc:docMk/>
            <pc:sldMk cId="3441048361" sldId="436"/>
            <ac:spMk id="32" creationId="{A4813B66-A56C-47CF-A925-B6177C5A646E}"/>
          </ac:spMkLst>
        </pc:spChg>
        <pc:spChg chg="add del">
          <ac:chgData name="Sharanya Sahu" userId="5c5397e115b556e9" providerId="LiveId" clId="{F36507E8-B9D3-41B3-AB3F-0D8C02A148FA}" dt="2026-01-03T00:42:41.854" v="793" actId="26606"/>
          <ac:spMkLst>
            <pc:docMk/>
            <pc:sldMk cId="3441048361" sldId="436"/>
            <ac:spMk id="33" creationId="{C517E074-21FE-461F-9CB8-585502F3E67E}"/>
          </ac:spMkLst>
        </pc:spChg>
        <pc:spChg chg="add del">
          <ac:chgData name="Sharanya Sahu" userId="5c5397e115b556e9" providerId="LiveId" clId="{F36507E8-B9D3-41B3-AB3F-0D8C02A148FA}" dt="2026-01-03T00:42:41.854" v="793" actId="26606"/>
          <ac:spMkLst>
            <pc:docMk/>
            <pc:sldMk cId="3441048361" sldId="436"/>
            <ac:spMk id="34" creationId="{9CCC1C5C-A27C-49C2-896E-78C2744FBE79}"/>
          </ac:spMkLst>
        </pc:spChg>
        <pc:spChg chg="add del">
          <ac:chgData name="Sharanya Sahu" userId="5c5397e115b556e9" providerId="LiveId" clId="{F36507E8-B9D3-41B3-AB3F-0D8C02A148FA}" dt="2026-01-03T00:42:41.854" v="793" actId="26606"/>
          <ac:spMkLst>
            <pc:docMk/>
            <pc:sldMk cId="3441048361" sldId="436"/>
            <ac:spMk id="35" creationId="{E458ADD3-908A-40BF-A877-0C59E8E80AC1}"/>
          </ac:spMkLst>
        </pc:spChg>
        <pc:picChg chg="add del mod">
          <ac:chgData name="Sharanya Sahu" userId="5c5397e115b556e9" providerId="LiveId" clId="{F36507E8-B9D3-41B3-AB3F-0D8C02A148FA}" dt="2026-01-03T00:42:31.098" v="791" actId="478"/>
          <ac:picMkLst>
            <pc:docMk/>
            <pc:sldMk cId="3441048361" sldId="436"/>
            <ac:picMk id="17" creationId="{5B8DD708-DF57-8A02-3344-92D165D82716}"/>
          </ac:picMkLst>
        </pc:picChg>
      </pc:sldChg>
      <pc:sldChg chg="modSp mod ord">
        <pc:chgData name="Sharanya Sahu" userId="5c5397e115b556e9" providerId="LiveId" clId="{F36507E8-B9D3-41B3-AB3F-0D8C02A148FA}" dt="2025-12-30T22:42:36.690" v="373"/>
        <pc:sldMkLst>
          <pc:docMk/>
          <pc:sldMk cId="3124175302" sldId="438"/>
        </pc:sldMkLst>
        <pc:spChg chg="mod">
          <ac:chgData name="Sharanya Sahu" userId="5c5397e115b556e9" providerId="LiveId" clId="{F36507E8-B9D3-41B3-AB3F-0D8C02A148FA}" dt="2025-12-30T20:43:47.953" v="262"/>
          <ac:spMkLst>
            <pc:docMk/>
            <pc:sldMk cId="3124175302" sldId="438"/>
            <ac:spMk id="4" creationId="{258ECD88-7563-0E2D-38D6-262477CFE5A5}"/>
          </ac:spMkLst>
        </pc:spChg>
      </pc:sldChg>
      <pc:sldChg chg="addSp delSp modSp mod">
        <pc:chgData name="Sharanya Sahu" userId="5c5397e115b556e9" providerId="LiveId" clId="{F36507E8-B9D3-41B3-AB3F-0D8C02A148FA}" dt="2025-12-30T22:54:16.803" v="790" actId="167"/>
        <pc:sldMkLst>
          <pc:docMk/>
          <pc:sldMk cId="2701710032" sldId="439"/>
        </pc:sldMkLst>
        <pc:spChg chg="mod">
          <ac:chgData name="Sharanya Sahu" userId="5c5397e115b556e9" providerId="LiveId" clId="{F36507E8-B9D3-41B3-AB3F-0D8C02A148FA}" dt="2025-12-30T20:43:47.953" v="262"/>
          <ac:spMkLst>
            <pc:docMk/>
            <pc:sldMk cId="2701710032" sldId="439"/>
            <ac:spMk id="2" creationId="{06BE44FC-E43E-3153-168E-0A84BD9E6516}"/>
          </ac:spMkLst>
        </pc:spChg>
        <pc:spChg chg="add mod">
          <ac:chgData name="Sharanya Sahu" userId="5c5397e115b556e9" providerId="LiveId" clId="{F36507E8-B9D3-41B3-AB3F-0D8C02A148FA}" dt="2025-12-30T22:53:08.236" v="786" actId="1036"/>
          <ac:spMkLst>
            <pc:docMk/>
            <pc:sldMk cId="2701710032" sldId="439"/>
            <ac:spMk id="3" creationId="{E16305BC-B689-3A7B-2812-EC05DC0D10D5}"/>
          </ac:spMkLst>
        </pc:spChg>
        <pc:spChg chg="add mod ord">
          <ac:chgData name="Sharanya Sahu" userId="5c5397e115b556e9" providerId="LiveId" clId="{F36507E8-B9D3-41B3-AB3F-0D8C02A148FA}" dt="2025-12-30T22:54:16.803" v="790" actId="167"/>
          <ac:spMkLst>
            <pc:docMk/>
            <pc:sldMk cId="2701710032" sldId="439"/>
            <ac:spMk id="5" creationId="{722D73E2-A3AF-CBB8-B03A-51C520FDAB99}"/>
          </ac:spMkLst>
        </pc:spChg>
      </pc:sldChg>
      <pc:sldChg chg="modSp mod ord">
        <pc:chgData name="Sharanya Sahu" userId="5c5397e115b556e9" providerId="LiveId" clId="{F36507E8-B9D3-41B3-AB3F-0D8C02A148FA}" dt="2025-12-30T22:39:40.962" v="370"/>
        <pc:sldMkLst>
          <pc:docMk/>
          <pc:sldMk cId="2470345671" sldId="441"/>
        </pc:sldMkLst>
        <pc:spChg chg="mod">
          <ac:chgData name="Sharanya Sahu" userId="5c5397e115b556e9" providerId="LiveId" clId="{F36507E8-B9D3-41B3-AB3F-0D8C02A148FA}" dt="2025-12-30T20:43:47.953" v="262"/>
          <ac:spMkLst>
            <pc:docMk/>
            <pc:sldMk cId="2470345671" sldId="441"/>
            <ac:spMk id="2" creationId="{17DE2532-F4A7-30E2-0525-1FF82D28A315}"/>
          </ac:spMkLst>
        </pc:spChg>
        <pc:spChg chg="mod">
          <ac:chgData name="Sharanya Sahu" userId="5c5397e115b556e9" providerId="LiveId" clId="{F36507E8-B9D3-41B3-AB3F-0D8C02A148FA}" dt="2025-12-30T20:41:15.456" v="241" actId="1036"/>
          <ac:spMkLst>
            <pc:docMk/>
            <pc:sldMk cId="2470345671" sldId="441"/>
            <ac:spMk id="3" creationId="{68C2EC19-A157-8389-07DB-650659081F52}"/>
          </ac:spMkLst>
        </pc:spChg>
        <pc:spChg chg="mod">
          <ac:chgData name="Sharanya Sahu" userId="5c5397e115b556e9" providerId="LiveId" clId="{F36507E8-B9D3-41B3-AB3F-0D8C02A148FA}" dt="2025-12-30T20:02:02.686" v="101" actId="1037"/>
          <ac:spMkLst>
            <pc:docMk/>
            <pc:sldMk cId="2470345671" sldId="441"/>
            <ac:spMk id="15" creationId="{2697F1CE-8F04-CEBA-1C92-545AE10D73C9}"/>
          </ac:spMkLst>
        </pc:spChg>
        <pc:spChg chg="mod">
          <ac:chgData name="Sharanya Sahu" userId="5c5397e115b556e9" providerId="LiveId" clId="{F36507E8-B9D3-41B3-AB3F-0D8C02A148FA}" dt="2025-12-30T20:02:02.686" v="101" actId="1037"/>
          <ac:spMkLst>
            <pc:docMk/>
            <pc:sldMk cId="2470345671" sldId="441"/>
            <ac:spMk id="16" creationId="{91EE57EF-F1CB-1941-EF45-542504B3B8CF}"/>
          </ac:spMkLst>
        </pc:spChg>
        <pc:spChg chg="mod">
          <ac:chgData name="Sharanya Sahu" userId="5c5397e115b556e9" providerId="LiveId" clId="{F36507E8-B9D3-41B3-AB3F-0D8C02A148FA}" dt="2025-12-30T20:02:02.686" v="101" actId="1037"/>
          <ac:spMkLst>
            <pc:docMk/>
            <pc:sldMk cId="2470345671" sldId="441"/>
            <ac:spMk id="17" creationId="{3CEA2E13-8AF5-ACFB-2743-4F92BE699DB0}"/>
          </ac:spMkLst>
        </pc:spChg>
        <pc:spChg chg="mod">
          <ac:chgData name="Sharanya Sahu" userId="5c5397e115b556e9" providerId="LiveId" clId="{F36507E8-B9D3-41B3-AB3F-0D8C02A148FA}" dt="2025-12-30T20:02:02.686" v="101" actId="1037"/>
          <ac:spMkLst>
            <pc:docMk/>
            <pc:sldMk cId="2470345671" sldId="441"/>
            <ac:spMk id="18" creationId="{EBB1EBB6-B075-72C7-7E54-4FE0CAF2BE12}"/>
          </ac:spMkLst>
        </pc:spChg>
        <pc:picChg chg="mod">
          <ac:chgData name="Sharanya Sahu" userId="5c5397e115b556e9" providerId="LiveId" clId="{F36507E8-B9D3-41B3-AB3F-0D8C02A148FA}" dt="2025-12-30T20:02:02.686" v="101" actId="1037"/>
          <ac:picMkLst>
            <pc:docMk/>
            <pc:sldMk cId="2470345671" sldId="441"/>
            <ac:picMk id="10" creationId="{50EAC6C1-02A9-4A1E-97FA-84A4B1FEAE49}"/>
          </ac:picMkLst>
        </pc:picChg>
        <pc:picChg chg="mod">
          <ac:chgData name="Sharanya Sahu" userId="5c5397e115b556e9" providerId="LiveId" clId="{F36507E8-B9D3-41B3-AB3F-0D8C02A148FA}" dt="2025-12-30T20:00:35.125" v="15" actId="14100"/>
          <ac:picMkLst>
            <pc:docMk/>
            <pc:sldMk cId="2470345671" sldId="441"/>
            <ac:picMk id="12" creationId="{EC4AD5C5-6A7B-E070-FFDA-0A91D78C465F}"/>
          </ac:picMkLst>
        </pc:picChg>
        <pc:picChg chg="mod">
          <ac:chgData name="Sharanya Sahu" userId="5c5397e115b556e9" providerId="LiveId" clId="{F36507E8-B9D3-41B3-AB3F-0D8C02A148FA}" dt="2025-12-30T20:02:02.686" v="101" actId="1037"/>
          <ac:picMkLst>
            <pc:docMk/>
            <pc:sldMk cId="2470345671" sldId="441"/>
            <ac:picMk id="14" creationId="{87832DC4-14ED-EBF8-828B-7434A81DF124}"/>
          </ac:picMkLst>
        </pc:picChg>
      </pc:sldChg>
      <pc:sldChg chg="addSp delSp modSp mod">
        <pc:chgData name="Sharanya Sahu" userId="5c5397e115b556e9" providerId="LiveId" clId="{F36507E8-B9D3-41B3-AB3F-0D8C02A148FA}" dt="2025-12-30T22:48:21.704" v="645" actId="1035"/>
        <pc:sldMkLst>
          <pc:docMk/>
          <pc:sldMk cId="3421864832" sldId="442"/>
        </pc:sldMkLst>
        <pc:spChg chg="mod">
          <ac:chgData name="Sharanya Sahu" userId="5c5397e115b556e9" providerId="LiveId" clId="{F36507E8-B9D3-41B3-AB3F-0D8C02A148FA}" dt="2025-12-30T20:43:47.953" v="262"/>
          <ac:spMkLst>
            <pc:docMk/>
            <pc:sldMk cId="3421864832" sldId="442"/>
            <ac:spMk id="2" creationId="{DFEF2AD9-EC94-1F3D-3B79-64938E47AD43}"/>
          </ac:spMkLst>
        </pc:spChg>
        <pc:spChg chg="mod">
          <ac:chgData name="Sharanya Sahu" userId="5c5397e115b556e9" providerId="LiveId" clId="{F36507E8-B9D3-41B3-AB3F-0D8C02A148FA}" dt="2025-12-30T20:43:47.953" v="262"/>
          <ac:spMkLst>
            <pc:docMk/>
            <pc:sldMk cId="3421864832" sldId="442"/>
            <ac:spMk id="3" creationId="{4F465791-02C3-85CB-EC2D-AE1D097AD894}"/>
          </ac:spMkLst>
        </pc:spChg>
        <pc:spChg chg="add mod">
          <ac:chgData name="Sharanya Sahu" userId="5c5397e115b556e9" providerId="LiveId" clId="{F36507E8-B9D3-41B3-AB3F-0D8C02A148FA}" dt="2025-12-30T20:52:40.136" v="339" actId="1037"/>
          <ac:spMkLst>
            <pc:docMk/>
            <pc:sldMk cId="3421864832" sldId="442"/>
            <ac:spMk id="8" creationId="{76A51995-0391-4BC1-337E-B8CB1E217D4E}"/>
          </ac:spMkLst>
        </pc:spChg>
        <pc:spChg chg="add mod">
          <ac:chgData name="Sharanya Sahu" userId="5c5397e115b556e9" providerId="LiveId" clId="{F36507E8-B9D3-41B3-AB3F-0D8C02A148FA}" dt="2025-12-30T22:48:21.704" v="645" actId="1035"/>
          <ac:spMkLst>
            <pc:docMk/>
            <pc:sldMk cId="3421864832" sldId="442"/>
            <ac:spMk id="9" creationId="{2921D60F-C6CC-3779-357D-4CAB1B0EEF8E}"/>
          </ac:spMkLst>
        </pc:spChg>
      </pc:sldChg>
      <pc:sldChg chg="addSp delSp modSp mod setBg">
        <pc:chgData name="Sharanya Sahu" userId="5c5397e115b556e9" providerId="LiveId" clId="{F36507E8-B9D3-41B3-AB3F-0D8C02A148FA}" dt="2025-12-30T22:45:32.007" v="529" actId="1035"/>
        <pc:sldMkLst>
          <pc:docMk/>
          <pc:sldMk cId="4154249392" sldId="443"/>
        </pc:sldMkLst>
        <pc:spChg chg="mod">
          <ac:chgData name="Sharanya Sahu" userId="5c5397e115b556e9" providerId="LiveId" clId="{F36507E8-B9D3-41B3-AB3F-0D8C02A148FA}" dt="2025-12-30T20:43:47.953" v="262"/>
          <ac:spMkLst>
            <pc:docMk/>
            <pc:sldMk cId="4154249392" sldId="443"/>
            <ac:spMk id="2" creationId="{71E04509-99F0-B7A3-5C7A-C5A63504613A}"/>
          </ac:spMkLst>
        </pc:spChg>
        <pc:spChg chg="mod">
          <ac:chgData name="Sharanya Sahu" userId="5c5397e115b556e9" providerId="LiveId" clId="{F36507E8-B9D3-41B3-AB3F-0D8C02A148FA}" dt="2025-12-30T20:43:47.953" v="262"/>
          <ac:spMkLst>
            <pc:docMk/>
            <pc:sldMk cId="4154249392" sldId="443"/>
            <ac:spMk id="3" creationId="{B1945D54-A284-835B-B949-4F6D36F3825F}"/>
          </ac:spMkLst>
        </pc:spChg>
        <pc:spChg chg="add mod">
          <ac:chgData name="Sharanya Sahu" userId="5c5397e115b556e9" providerId="LiveId" clId="{F36507E8-B9D3-41B3-AB3F-0D8C02A148FA}" dt="2025-12-30T22:45:32.007" v="529" actId="1035"/>
          <ac:spMkLst>
            <pc:docMk/>
            <pc:sldMk cId="4154249392" sldId="443"/>
            <ac:spMk id="4" creationId="{06CC15B3-EEFE-EDF0-73B2-B2BBFF60226E}"/>
          </ac:spMkLst>
        </pc:spChg>
        <pc:picChg chg="mod">
          <ac:chgData name="Sharanya Sahu" userId="5c5397e115b556e9" providerId="LiveId" clId="{F36507E8-B9D3-41B3-AB3F-0D8C02A148FA}" dt="2025-12-30T22:32:36.166" v="355" actId="1036"/>
          <ac:picMkLst>
            <pc:docMk/>
            <pc:sldMk cId="4154249392" sldId="443"/>
            <ac:picMk id="11" creationId="{0F5DA3B3-CF05-C9C5-E75B-3B0EF1F640CD}"/>
          </ac:picMkLst>
        </pc:picChg>
        <pc:picChg chg="mod">
          <ac:chgData name="Sharanya Sahu" userId="5c5397e115b556e9" providerId="LiveId" clId="{F36507E8-B9D3-41B3-AB3F-0D8C02A148FA}" dt="2025-12-30T22:35:02.253" v="358" actId="14100"/>
          <ac:picMkLst>
            <pc:docMk/>
            <pc:sldMk cId="4154249392" sldId="443"/>
            <ac:picMk id="13" creationId="{A852F9B5-09AB-56FC-13A4-02540A043B95}"/>
          </ac:picMkLst>
        </pc:picChg>
        <pc:picChg chg="mod">
          <ac:chgData name="Sharanya Sahu" userId="5c5397e115b556e9" providerId="LiveId" clId="{F36507E8-B9D3-41B3-AB3F-0D8C02A148FA}" dt="2025-12-30T22:35:02.253" v="358" actId="14100"/>
          <ac:picMkLst>
            <pc:docMk/>
            <pc:sldMk cId="4154249392" sldId="443"/>
            <ac:picMk id="17" creationId="{9AA034D6-2C56-BC26-D6D9-FDBE12461829}"/>
          </ac:picMkLst>
        </pc:picChg>
        <pc:picChg chg="mod modCrop">
          <ac:chgData name="Sharanya Sahu" userId="5c5397e115b556e9" providerId="LiveId" clId="{F36507E8-B9D3-41B3-AB3F-0D8C02A148FA}" dt="2025-12-30T22:41:25.507" v="371" actId="732"/>
          <ac:picMkLst>
            <pc:docMk/>
            <pc:sldMk cId="4154249392" sldId="443"/>
            <ac:picMk id="25" creationId="{91BB1EB7-A0D4-C687-14F8-A65FA6C4478B}"/>
          </ac:picMkLst>
        </pc:picChg>
        <pc:picChg chg="mod">
          <ac:chgData name="Sharanya Sahu" userId="5c5397e115b556e9" providerId="LiveId" clId="{F36507E8-B9D3-41B3-AB3F-0D8C02A148FA}" dt="2025-12-30T22:35:45.505" v="368" actId="14100"/>
          <ac:picMkLst>
            <pc:docMk/>
            <pc:sldMk cId="4154249392" sldId="443"/>
            <ac:picMk id="27" creationId="{60DC7651-636A-4F3A-FA32-A4913F5643AC}"/>
          </ac:picMkLst>
        </pc:picChg>
      </pc:sldChg>
      <pc:sldChg chg="addSp delSp modSp mod">
        <pc:chgData name="Sharanya Sahu" userId="5c5397e115b556e9" providerId="LiveId" clId="{F36507E8-B9D3-41B3-AB3F-0D8C02A148FA}" dt="2025-12-30T22:52:03.694" v="758" actId="478"/>
        <pc:sldMkLst>
          <pc:docMk/>
          <pc:sldMk cId="517068035" sldId="446"/>
        </pc:sldMkLst>
        <pc:spChg chg="mod">
          <ac:chgData name="Sharanya Sahu" userId="5c5397e115b556e9" providerId="LiveId" clId="{F36507E8-B9D3-41B3-AB3F-0D8C02A148FA}" dt="2025-12-30T20:43:47.953" v="262"/>
          <ac:spMkLst>
            <pc:docMk/>
            <pc:sldMk cId="517068035" sldId="446"/>
            <ac:spMk id="2" creationId="{CD6EE69C-73C8-9D1D-8226-20354262527C}"/>
          </ac:spMkLst>
        </pc:spChg>
        <pc:spChg chg="mod">
          <ac:chgData name="Sharanya Sahu" userId="5c5397e115b556e9" providerId="LiveId" clId="{F36507E8-B9D3-41B3-AB3F-0D8C02A148FA}" dt="2025-12-30T20:43:47.953" v="262"/>
          <ac:spMkLst>
            <pc:docMk/>
            <pc:sldMk cId="517068035" sldId="446"/>
            <ac:spMk id="3" creationId="{64D9321D-79AC-AC52-77EE-48647BFA150F}"/>
          </ac:spMkLst>
        </pc:spChg>
        <pc:spChg chg="add mod">
          <ac:chgData name="Sharanya Sahu" userId="5c5397e115b556e9" providerId="LiveId" clId="{F36507E8-B9D3-41B3-AB3F-0D8C02A148FA}" dt="2025-12-30T22:51:53.216" v="757" actId="1038"/>
          <ac:spMkLst>
            <pc:docMk/>
            <pc:sldMk cId="517068035" sldId="446"/>
            <ac:spMk id="4" creationId="{244D42B7-D34E-0030-22CC-82AA70DC182A}"/>
          </ac:spMkLst>
        </pc:spChg>
        <pc:picChg chg="mod">
          <ac:chgData name="Sharanya Sahu" userId="5c5397e115b556e9" providerId="LiveId" clId="{F36507E8-B9D3-41B3-AB3F-0D8C02A148FA}" dt="2025-12-30T22:50:13.968" v="675" actId="1037"/>
          <ac:picMkLst>
            <pc:docMk/>
            <pc:sldMk cId="517068035" sldId="446"/>
            <ac:picMk id="15" creationId="{162FEAF3-9EF7-B25A-EF35-3C25AD9BCEEA}"/>
          </ac:picMkLst>
        </pc:picChg>
      </pc:sldChg>
      <pc:sldChg chg="addSp delSp modSp mod">
        <pc:chgData name="Sharanya Sahu" userId="5c5397e115b556e9" providerId="LiveId" clId="{F36507E8-B9D3-41B3-AB3F-0D8C02A148FA}" dt="2025-12-30T22:49:26.057" v="653" actId="478"/>
        <pc:sldMkLst>
          <pc:docMk/>
          <pc:sldMk cId="1627495792" sldId="447"/>
        </pc:sldMkLst>
        <pc:spChg chg="mod">
          <ac:chgData name="Sharanya Sahu" userId="5c5397e115b556e9" providerId="LiveId" clId="{F36507E8-B9D3-41B3-AB3F-0D8C02A148FA}" dt="2025-12-30T20:43:47.953" v="262"/>
          <ac:spMkLst>
            <pc:docMk/>
            <pc:sldMk cId="1627495792" sldId="447"/>
            <ac:spMk id="2" creationId="{46141F52-8647-ECF9-CA23-66E54D5CAF59}"/>
          </ac:spMkLst>
        </pc:spChg>
        <pc:spChg chg="mod">
          <ac:chgData name="Sharanya Sahu" userId="5c5397e115b556e9" providerId="LiveId" clId="{F36507E8-B9D3-41B3-AB3F-0D8C02A148FA}" dt="2025-12-30T20:43:47.953" v="262"/>
          <ac:spMkLst>
            <pc:docMk/>
            <pc:sldMk cId="1627495792" sldId="447"/>
            <ac:spMk id="3" creationId="{807AE2BA-E930-5904-1449-7FEA013F8D20}"/>
          </ac:spMkLst>
        </pc:spChg>
        <pc:spChg chg="mod">
          <ac:chgData name="Sharanya Sahu" userId="5c5397e115b556e9" providerId="LiveId" clId="{F36507E8-B9D3-41B3-AB3F-0D8C02A148FA}" dt="2025-12-30T20:43:47.953" v="262"/>
          <ac:spMkLst>
            <pc:docMk/>
            <pc:sldMk cId="1627495792" sldId="447"/>
            <ac:spMk id="4" creationId="{E4D7D79C-9E40-3AE7-E4B2-94A591D436AF}"/>
          </ac:spMkLst>
        </pc:spChg>
        <pc:spChg chg="add mod">
          <ac:chgData name="Sharanya Sahu" userId="5c5397e115b556e9" providerId="LiveId" clId="{F36507E8-B9D3-41B3-AB3F-0D8C02A148FA}" dt="2025-12-30T22:49:12.953" v="652" actId="1076"/>
          <ac:spMkLst>
            <pc:docMk/>
            <pc:sldMk cId="1627495792" sldId="447"/>
            <ac:spMk id="7" creationId="{C2D209AD-E6F7-FCAE-1464-52353CDED5D9}"/>
          </ac:spMkLst>
        </pc:spChg>
        <pc:picChg chg="mod">
          <ac:chgData name="Sharanya Sahu" userId="5c5397e115b556e9" providerId="LiveId" clId="{F36507E8-B9D3-41B3-AB3F-0D8C02A148FA}" dt="2025-12-30T20:05:13.482" v="109" actId="1076"/>
          <ac:picMkLst>
            <pc:docMk/>
            <pc:sldMk cId="1627495792" sldId="447"/>
            <ac:picMk id="11" creationId="{E8F00420-1CCE-AA02-5078-59A22570E375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4D2272-D660-A337-AEF3-BE066BD5453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FE5A70-71C2-F335-270C-B94537340C5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C5A369-CA0E-4FC6-90EE-5FA969A08EF8}" type="datetimeFigureOut">
              <a:rPr lang="en-US" smtClean="0"/>
              <a:t>1/2/2026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1E1B03-0F86-16E7-11BE-81F9F4CD66B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4524B8-3914-99B2-2620-0F2A88D335A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210F9-8331-407C-A034-F95DCB303E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0058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4AB06A-EEDC-421C-B5A0-5E9E5241A8E5}" type="datetimeFigureOut">
              <a:rPr lang="en-US" smtClean="0"/>
              <a:t>1/2/2026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F9438-3EEF-4192-9815-F6F44770AE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2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047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25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9570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92660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0027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4DA3E-A4CB-1CB5-523D-741500171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ED72CD-06BA-7B66-6FD1-A4F4A38D0D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979EC0-C24C-3A2D-6EB6-B02D27E54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5571D2-9508-6936-F084-195088B6EE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7229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3848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09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D9960-406F-4187-A0E6-BD19C6840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326" y="919716"/>
            <a:ext cx="8504275" cy="3551275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27E7FE-647D-4B2F-BA13-AB3ED4C5CF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9326" y="4795284"/>
            <a:ext cx="8504275" cy="1084522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buNone/>
              <a:defRPr sz="16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EF785-E0A7-4496-A5BA-49B0156F26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64706" y="6433202"/>
            <a:ext cx="2426446" cy="36784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2C627-38A1-4A14-8822-D8D33751C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BE346-5F34-48CD-8928-DA8567AED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3203"/>
            <a:ext cx="702781" cy="367842"/>
          </a:xfrm>
        </p:spPr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36382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9839C-7D7A-49F1-8BFE-85C6C7D78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256" y="590668"/>
            <a:ext cx="9914859" cy="132900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748DC-EBB9-44C6-8566-38F87FF7F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919673"/>
            <a:ext cx="9914860" cy="412331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42198-F50F-4C8A-9BD9-4CC3950F8F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23285" y="6434524"/>
            <a:ext cx="2067867" cy="365125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2F5AB-D8C6-4AE1-8FAE-CD0499CB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736" y="6437376"/>
            <a:ext cx="3775914" cy="365125"/>
          </a:xfrm>
        </p:spPr>
        <p:txBody>
          <a:bodyPr/>
          <a:lstStyle>
            <a:lvl1pPr algn="l">
              <a:defRPr>
                <a:solidFill>
                  <a:schemeClr val="accent2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C58D8-B582-4DB3-A94D-056240199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4524"/>
            <a:ext cx="69326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93947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8A94B-011C-4B13-8C12-E91BF7A40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320800"/>
            <a:ext cx="9144000" cy="3095813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16D5F3-887C-4A8F-842A-0294A9FB0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3999" y="4589463"/>
            <a:ext cx="914400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4588B-131A-42F3-B76C-62BD65E48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1AB28-20BD-4CD8-9840-985C3EDBA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3C85C-3801-46F0-A100-616F5F2F8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187021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5CB06-0454-4BF1-8011-F8B1A9595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20A70-D33B-4461-B74C-3F59ADB161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08813" y="2163725"/>
            <a:ext cx="4610986" cy="4013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81BDF9-836E-431C-8EFA-417A9BEE9F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260" y="2163725"/>
            <a:ext cx="4853763" cy="40132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BD9F59-B591-4E2F-899E-3CA78CE82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6CFD12-B3EC-432C-B264-8AB571CAA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F3CBBA-71B3-4857-80E7-525E89FD9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90508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51886-4F39-4E3E-948D-DBC73F267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C7B2A-B6BE-46FD-9278-A5246BF7E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85295-E4B5-4D75-954F-B07A2F4CAB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35623"/>
            <a:ext cx="5157787" cy="35540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87ABF0-C78D-4589-8FA5-0D6238B4B0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6A4064-2E0A-4FC3-837B-14EC0EF3A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35623"/>
            <a:ext cx="5183188" cy="355404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E3C169-8D29-4CC4-9581-748178F3C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4EC709-AAD9-475C-AC6A-943A8E872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0C0E3E-587D-46EB-AAF5-011C137B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10973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3E062-B7F5-4D30-B416-1BBB4A7D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BDFF7A-EBD3-4FEB-8451-5D735506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F54A2D-2C4B-4E1D-AC16-E3B1F1DDB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11F373-DB96-4AEA-8E3E-7EDEA213D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97710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2485D4-41D3-4182-8DFE-2E0713EC0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753C5C-8415-4BF0-810D-A4C22F695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EBFEA-4321-48C4-9CA1-43517540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42744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9F8C-8071-4BE5-AD6F-C98F481D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135B3-14BA-4A88-B6B3-88B77B1C6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7C3A4D-5B69-44B4-B17F-770E83F00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1C41D-2A59-4512-8034-6DB705787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85C494-778C-4EE6-9402-242E1CDD9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677B9-C338-4033-9AFE-B8B81C5D8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3924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B77DE-4C2E-476F-A419-57470FB66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9FD1A0-93AE-469A-ADDF-2453B64CAA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119C9C-EF97-4910-9419-6D7202609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A87172-A64E-4C38-82ED-2A7050B0F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0C3E24-28E2-4512-BEA0-DAEC5E846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04F0D-DA84-434D-B136-BEE9FD80A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652689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B05F0-2B44-47BC-86B3-58E2C7080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A5B5DA-7628-4AC1-8EAE-5010C2A98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4E7C3-7830-49F3-9F45-4B2F2B4CA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5E328-AD12-449C-BE6E-76DF005E8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F374F-390D-49D8-A7C8-5BEFA3532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85615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50F530-2925-4F98-89EC-95C2EC4769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A79366-3281-483D-8731-0D01B2B24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ED8B2-BE7F-4417-8A8A-A95C8BB70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A0D96-671F-4A85-89C6-946624CB1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BA434-2E32-4719-B45C-0490D6852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11012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5040DA2-B75D-1B49-51F9-967501F7F6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4876" y="887638"/>
            <a:ext cx="10202248" cy="5094496"/>
          </a:xfrm>
        </p:spPr>
        <p:txBody>
          <a:bodyPr/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93BDAB-CB06-403B-00FD-9D1C2812A2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0939" y="2990938"/>
            <a:ext cx="6855801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FB1FDB-9C8A-890A-5051-8D49E105F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5983104"/>
            <a:ext cx="12192000" cy="87392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reeform 21">
            <a:extLst>
              <a:ext uri="{FF2B5EF4-FFF2-40B4-BE49-F238E27FC236}">
                <a16:creationId xmlns:a16="http://schemas.microsoft.com/office/drawing/2014/main" id="{46056E81-9CB5-42E9-6689-B711F575C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8981493" y="0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 22">
            <a:extLst>
              <a:ext uri="{FF2B5EF4-FFF2-40B4-BE49-F238E27FC236}">
                <a16:creationId xmlns:a16="http://schemas.microsoft.com/office/drawing/2014/main" id="{3D075254-6FC4-6738-BBBE-1BACB99E42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-8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2028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Tit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9">
            <a:extLst>
              <a:ext uri="{FF2B5EF4-FFF2-40B4-BE49-F238E27FC236}">
                <a16:creationId xmlns:a16="http://schemas.microsoft.com/office/drawing/2014/main" id="{A18D9F31-445F-F144-A393-66C1BDE808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4570022" y="3390898"/>
            <a:ext cx="3354778" cy="3467100"/>
          </a:xfrm>
          <a:custGeom>
            <a:avLst/>
            <a:gdLst>
              <a:gd name="connsiteX0" fmla="*/ 0 w 2353172"/>
              <a:gd name="connsiteY0" fmla="*/ 0 h 2431959"/>
              <a:gd name="connsiteX1" fmla="*/ 2353172 w 2353172"/>
              <a:gd name="connsiteY1" fmla="*/ 0 h 2431959"/>
              <a:gd name="connsiteX2" fmla="*/ 2353172 w 2353172"/>
              <a:gd name="connsiteY2" fmla="*/ 2431959 h 2431959"/>
              <a:gd name="connsiteX3" fmla="*/ 2352312 w 2353172"/>
              <a:gd name="connsiteY3" fmla="*/ 2431959 h 2431959"/>
              <a:gd name="connsiteX4" fmla="*/ 2340504 w 2353172"/>
              <a:gd name="connsiteY4" fmla="*/ 2198113 h 2431959"/>
              <a:gd name="connsiteX5" fmla="*/ 134816 w 2353172"/>
              <a:gd name="connsiteY5" fmla="*/ 6383 h 2431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3172" h="2431959">
                <a:moveTo>
                  <a:pt x="0" y="0"/>
                </a:moveTo>
                <a:lnTo>
                  <a:pt x="2353172" y="0"/>
                </a:lnTo>
                <a:lnTo>
                  <a:pt x="2353172" y="2431959"/>
                </a:lnTo>
                <a:lnTo>
                  <a:pt x="2352312" y="2431959"/>
                </a:lnTo>
                <a:lnTo>
                  <a:pt x="2340504" y="2198113"/>
                </a:lnTo>
                <a:cubicBezTo>
                  <a:pt x="2222700" y="1038123"/>
                  <a:pt x="1296917" y="116993"/>
                  <a:pt x="134816" y="6383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14">
            <a:extLst>
              <a:ext uri="{FF2B5EF4-FFF2-40B4-BE49-F238E27FC236}">
                <a16:creationId xmlns:a16="http://schemas.microsoft.com/office/drawing/2014/main" id="{24F2F994-08EA-D901-82B7-02E175B2FF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0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63EE949-1BE5-CFA7-69CC-5235FFE07F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8" y="1415562"/>
            <a:ext cx="5750171" cy="4009292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Picture Placeholder 18">
            <a:extLst>
              <a:ext uri="{FF2B5EF4-FFF2-40B4-BE49-F238E27FC236}">
                <a16:creationId xmlns:a16="http://schemas.microsoft.com/office/drawing/2014/main" id="{A2B2C17F-12DD-A683-5602-F16A1C9647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77908" y="1"/>
            <a:ext cx="4314092" cy="6858000"/>
          </a:xfrm>
          <a:custGeom>
            <a:avLst/>
            <a:gdLst>
              <a:gd name="connsiteX0" fmla="*/ 3466352 w 4267200"/>
              <a:gd name="connsiteY0" fmla="*/ 0 h 6858000"/>
              <a:gd name="connsiteX1" fmla="*/ 4267200 w 4267200"/>
              <a:gd name="connsiteY1" fmla="*/ 0 h 6858000"/>
              <a:gd name="connsiteX2" fmla="*/ 4267200 w 4267200"/>
              <a:gd name="connsiteY2" fmla="*/ 6858000 h 6858000"/>
              <a:gd name="connsiteX3" fmla="*/ 0 w 4267200"/>
              <a:gd name="connsiteY3" fmla="*/ 6858000 h 6858000"/>
              <a:gd name="connsiteX4" fmla="*/ 0 w 4267200"/>
              <a:gd name="connsiteY4" fmla="*/ 3338980 h 6858000"/>
              <a:gd name="connsiteX5" fmla="*/ 8352 w 4267200"/>
              <a:gd name="connsiteY5" fmla="*/ 3162578 h 6858000"/>
              <a:gd name="connsiteX6" fmla="*/ 3132972 w 4267200"/>
              <a:gd name="connsiteY6" fmla="*/ 18059 h 6858000"/>
              <a:gd name="connsiteX7" fmla="*/ 3466352 w 4267200"/>
              <a:gd name="connsiteY7" fmla="*/ 122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67200" h="6858000">
                <a:moveTo>
                  <a:pt x="3466352" y="0"/>
                </a:moveTo>
                <a:lnTo>
                  <a:pt x="4267200" y="0"/>
                </a:lnTo>
                <a:lnTo>
                  <a:pt x="4267200" y="6858000"/>
                </a:lnTo>
                <a:lnTo>
                  <a:pt x="0" y="6858000"/>
                </a:lnTo>
                <a:lnTo>
                  <a:pt x="0" y="3338980"/>
                </a:lnTo>
                <a:lnTo>
                  <a:pt x="8352" y="3162578"/>
                </a:lnTo>
                <a:cubicBezTo>
                  <a:pt x="166042" y="1505839"/>
                  <a:pt x="1479242" y="186005"/>
                  <a:pt x="3132972" y="18059"/>
                </a:cubicBezTo>
                <a:lnTo>
                  <a:pt x="3466352" y="1225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</p:spPr>
        <p:txBody>
          <a:bodyPr wrap="square" lIns="1463040" tIns="822960" rIns="1463040" anchor="t" anchorCtr="0">
            <a:noAutofit/>
          </a:bodyPr>
          <a:lstStyle>
            <a:lvl1pPr marL="0" indent="0" algn="ctr">
              <a:buNone/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4469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Content and Ima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179D789-F69C-8306-0C19-DF73E69167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6415" y="360485"/>
            <a:ext cx="5032725" cy="3284203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2003524-9DE3-1117-2E91-80A1CB96DE3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4308475" cy="6858000"/>
          </a:xfrm>
          <a:custGeom>
            <a:avLst/>
            <a:gdLst>
              <a:gd name="connsiteX0" fmla="*/ 0 w 4308475"/>
              <a:gd name="connsiteY0" fmla="*/ 0 h 6858000"/>
              <a:gd name="connsiteX1" fmla="*/ 4308475 w 4308475"/>
              <a:gd name="connsiteY1" fmla="*/ 0 h 6858000"/>
              <a:gd name="connsiteX2" fmla="*/ 4308475 w 4308475"/>
              <a:gd name="connsiteY2" fmla="*/ 3390898 h 6858000"/>
              <a:gd name="connsiteX3" fmla="*/ 4307536 w 4308475"/>
              <a:gd name="connsiteY3" fmla="*/ 3390898 h 6858000"/>
              <a:gd name="connsiteX4" fmla="*/ 4290702 w 4308475"/>
              <a:gd name="connsiteY4" fmla="*/ 3724279 h 6858000"/>
              <a:gd name="connsiteX5" fmla="*/ 1146183 w 4308475"/>
              <a:gd name="connsiteY5" fmla="*/ 6848898 h 6858000"/>
              <a:gd name="connsiteX6" fmla="*/ 953984 w 4308475"/>
              <a:gd name="connsiteY6" fmla="*/ 6857998 h 6858000"/>
              <a:gd name="connsiteX7" fmla="*/ 4308475 w 4308475"/>
              <a:gd name="connsiteY7" fmla="*/ 6857998 h 6858000"/>
              <a:gd name="connsiteX8" fmla="*/ 4308475 w 4308475"/>
              <a:gd name="connsiteY8" fmla="*/ 6858000 h 6858000"/>
              <a:gd name="connsiteX9" fmla="*/ 0 w 4308475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8475" h="6858000">
                <a:moveTo>
                  <a:pt x="0" y="0"/>
                </a:moveTo>
                <a:lnTo>
                  <a:pt x="4308475" y="0"/>
                </a:lnTo>
                <a:lnTo>
                  <a:pt x="4308475" y="3390898"/>
                </a:lnTo>
                <a:lnTo>
                  <a:pt x="4307536" y="3390898"/>
                </a:lnTo>
                <a:lnTo>
                  <a:pt x="4290702" y="3724279"/>
                </a:lnTo>
                <a:cubicBezTo>
                  <a:pt x="4122756" y="5378008"/>
                  <a:pt x="2802922" y="6691208"/>
                  <a:pt x="1146183" y="6848898"/>
                </a:cubicBezTo>
                <a:lnTo>
                  <a:pt x="953984" y="6857998"/>
                </a:lnTo>
                <a:lnTo>
                  <a:pt x="4308475" y="6857998"/>
                </a:lnTo>
                <a:lnTo>
                  <a:pt x="4308475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E5C55B8-DD4C-A859-38F5-CC8FE0920B8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676306" y="3846391"/>
            <a:ext cx="5032725" cy="213671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  <a:lvl2pPr marL="457200" indent="0">
              <a:buNone/>
              <a:defRPr sz="1600">
                <a:solidFill>
                  <a:schemeClr val="bg2"/>
                </a:solidFill>
              </a:defRPr>
            </a:lvl2pPr>
            <a:lvl3pPr marL="914400" indent="0">
              <a:buNone/>
              <a:defRPr sz="1400">
                <a:solidFill>
                  <a:schemeClr val="bg2"/>
                </a:solidFill>
              </a:defRPr>
            </a:lvl3pPr>
            <a:lvl4pPr marL="1371600" indent="0">
              <a:buNone/>
              <a:defRPr sz="1200">
                <a:solidFill>
                  <a:schemeClr val="bg2"/>
                </a:solidFill>
              </a:defRPr>
            </a:lvl4pPr>
            <a:lvl5pPr marL="1828800" indent="0">
              <a:buNone/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6DC123BA-30A1-50DE-FC24-33C67A8FA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4308762" y="3390898"/>
            <a:ext cx="3354778" cy="3467100"/>
          </a:xfrm>
          <a:custGeom>
            <a:avLst/>
            <a:gdLst>
              <a:gd name="connsiteX0" fmla="*/ 0 w 2353172"/>
              <a:gd name="connsiteY0" fmla="*/ 0 h 2431959"/>
              <a:gd name="connsiteX1" fmla="*/ 2353172 w 2353172"/>
              <a:gd name="connsiteY1" fmla="*/ 0 h 2431959"/>
              <a:gd name="connsiteX2" fmla="*/ 2353172 w 2353172"/>
              <a:gd name="connsiteY2" fmla="*/ 2431959 h 2431959"/>
              <a:gd name="connsiteX3" fmla="*/ 2352312 w 2353172"/>
              <a:gd name="connsiteY3" fmla="*/ 2431959 h 2431959"/>
              <a:gd name="connsiteX4" fmla="*/ 2340504 w 2353172"/>
              <a:gd name="connsiteY4" fmla="*/ 2198113 h 2431959"/>
              <a:gd name="connsiteX5" fmla="*/ 134816 w 2353172"/>
              <a:gd name="connsiteY5" fmla="*/ 6383 h 2431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3172" h="2431959">
                <a:moveTo>
                  <a:pt x="0" y="0"/>
                </a:moveTo>
                <a:lnTo>
                  <a:pt x="2353172" y="0"/>
                </a:lnTo>
                <a:lnTo>
                  <a:pt x="2353172" y="2431959"/>
                </a:lnTo>
                <a:lnTo>
                  <a:pt x="2352312" y="2431959"/>
                </a:lnTo>
                <a:lnTo>
                  <a:pt x="2340504" y="2198113"/>
                </a:lnTo>
                <a:cubicBezTo>
                  <a:pt x="2222700" y="1038123"/>
                  <a:pt x="1296917" y="116993"/>
                  <a:pt x="134816" y="6383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8185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6B6590-E6B3-B91C-752E-88256804F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5983104"/>
            <a:ext cx="12192000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reeform 26">
            <a:extLst>
              <a:ext uri="{FF2B5EF4-FFF2-40B4-BE49-F238E27FC236}">
                <a16:creationId xmlns:a16="http://schemas.microsoft.com/office/drawing/2014/main" id="{3A11B3D3-2DE9-50B1-D34F-653D46693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1493" y="3657680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 27">
            <a:extLst>
              <a:ext uri="{FF2B5EF4-FFF2-40B4-BE49-F238E27FC236}">
                <a16:creationId xmlns:a16="http://schemas.microsoft.com/office/drawing/2014/main" id="{5EEBEB28-1DE8-01FC-1208-CE71F445D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0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836BB78A-11DB-CCF3-7F2E-C0243B4095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-433923" y="5546255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00220F55-A7D0-A330-0E21-94E0D5ECA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50734" y="835269"/>
            <a:ext cx="8690533" cy="2821183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60B5AC1-38AD-9D8D-25F1-F8E10DE48AD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745739" y="3858233"/>
            <a:ext cx="8700522" cy="1953481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 marL="457200" indent="0" algn="ctr">
              <a:buNone/>
              <a:defRPr sz="1600">
                <a:solidFill>
                  <a:schemeClr val="bg2"/>
                </a:solidFill>
              </a:defRPr>
            </a:lvl2pPr>
            <a:lvl3pPr marL="914400" indent="0" algn="ctr">
              <a:buNone/>
              <a:defRPr sz="1400">
                <a:solidFill>
                  <a:schemeClr val="bg2"/>
                </a:solidFill>
              </a:defRPr>
            </a:lvl3pPr>
            <a:lvl4pPr marL="1371600" indent="0" algn="ctr">
              <a:buNone/>
              <a:defRPr sz="1200">
                <a:solidFill>
                  <a:schemeClr val="bg2"/>
                </a:solidFill>
              </a:defRPr>
            </a:lvl4pPr>
            <a:lvl5pPr marL="1828800" indent="0" algn="ctr">
              <a:buNone/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196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3FFEEC7-A0A7-27CB-3F2D-796281DCDC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5983104"/>
            <a:ext cx="12192000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 20">
            <a:extLst>
              <a:ext uri="{FF2B5EF4-FFF2-40B4-BE49-F238E27FC236}">
                <a16:creationId xmlns:a16="http://schemas.microsoft.com/office/drawing/2014/main" id="{2DCCFF86-2471-421E-E5FF-E38943252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0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21">
            <a:extLst>
              <a:ext uri="{FF2B5EF4-FFF2-40B4-BE49-F238E27FC236}">
                <a16:creationId xmlns:a16="http://schemas.microsoft.com/office/drawing/2014/main" id="{8300B484-623C-071D-E849-138F76141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-433923" y="5546255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99A6249F-0E28-0ABF-FE63-7ECC0E1062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805" y="344399"/>
            <a:ext cx="9599008" cy="1729547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CCC29225-33B5-6D19-F0BA-DE3F864F640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370867" y="2274034"/>
            <a:ext cx="4643438" cy="329863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20">
            <a:extLst>
              <a:ext uri="{FF2B5EF4-FFF2-40B4-BE49-F238E27FC236}">
                <a16:creationId xmlns:a16="http://schemas.microsoft.com/office/drawing/2014/main" id="{FB67020D-DF60-17C1-8DEC-EDECF653540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18375" y="2274034"/>
            <a:ext cx="4643438" cy="329863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5812651-A64E-FA0C-7D84-B20BA7C673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104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2 Colum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6">
            <a:extLst>
              <a:ext uri="{FF2B5EF4-FFF2-40B4-BE49-F238E27FC236}">
                <a16:creationId xmlns:a16="http://schemas.microsoft.com/office/drawing/2014/main" id="{F8F589DA-127F-E2E7-6ADA-1D3C04799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91645" y="3657688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00FBF0-749D-0FF0-74B6-3565174CA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2038" y="2992045"/>
            <a:ext cx="6858000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0DDA3FAB-74FF-4772-2BA4-B242E12AB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1" y="0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FBE95B3E-84B8-3910-65C9-87914802BE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8" y="369277"/>
            <a:ext cx="9590215" cy="1708514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0">
            <a:extLst>
              <a:ext uri="{FF2B5EF4-FFF2-40B4-BE49-F238E27FC236}">
                <a16:creationId xmlns:a16="http://schemas.microsoft.com/office/drawing/2014/main" id="{90BA2746-C141-C524-CDDE-DD672A80A2C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370867" y="2274033"/>
            <a:ext cx="3347782" cy="3436653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800" b="1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600" b="1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400" b="1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 b="1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 b="1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0">
            <a:extLst>
              <a:ext uri="{FF2B5EF4-FFF2-40B4-BE49-F238E27FC236}">
                <a16:creationId xmlns:a16="http://schemas.microsoft.com/office/drawing/2014/main" id="{53421E6F-1A11-40B7-DB53-FC96CE9D787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925269" y="2274033"/>
            <a:ext cx="6036544" cy="3436653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78CC75E-2849-6C28-42BF-61EBFD22CD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961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2 Colum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6">
            <a:extLst>
              <a:ext uri="{FF2B5EF4-FFF2-40B4-BE49-F238E27FC236}">
                <a16:creationId xmlns:a16="http://schemas.microsoft.com/office/drawing/2014/main" id="{F8F589DA-127F-E2E7-6ADA-1D3C04799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91645" y="3657688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00FBF0-749D-0FF0-74B6-3565174CA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2038" y="2992045"/>
            <a:ext cx="6858000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0DDA3FAB-74FF-4772-2BA4-B242E12AB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1" y="0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FBE95B3E-84B8-3910-65C9-87914802BE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8" y="369277"/>
            <a:ext cx="9590215" cy="1708514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0">
            <a:extLst>
              <a:ext uri="{FF2B5EF4-FFF2-40B4-BE49-F238E27FC236}">
                <a16:creationId xmlns:a16="http://schemas.microsoft.com/office/drawing/2014/main" id="{53421E6F-1A11-40B7-DB53-FC96CE9D787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369269" y="2284193"/>
            <a:ext cx="6036544" cy="3436653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0">
            <a:extLst>
              <a:ext uri="{FF2B5EF4-FFF2-40B4-BE49-F238E27FC236}">
                <a16:creationId xmlns:a16="http://schemas.microsoft.com/office/drawing/2014/main" id="{90BA2746-C141-C524-CDDE-DD672A80A2C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708899" y="2284193"/>
            <a:ext cx="3252914" cy="3436653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800" b="1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600" b="1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400" b="1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 b="1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 b="1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78CC75E-2849-6C28-42BF-61EBFD22CD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171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A08E557-10DB-421A-876E-1AE58F8E07C4}"/>
              </a:ext>
            </a:extLst>
          </p:cNvPr>
          <p:cNvSpPr/>
          <p:nvPr/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EBCA0-8609-4F35-8CA7-7AD35FDACD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spc="50" baseline="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DA9639-38D2-4CD4-A861-F6B4C6CB9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F00B1-16C1-47B3-A7A0-B71468312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F9501-5B6B-4DAF-B59D-3C129ED805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spc="50" baseline="0">
                <a:solidFill>
                  <a:srgbClr val="FFFFFF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85DBD-B7AE-41D8-8CF1-B21CD58E1B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536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6" r:id="rId13"/>
    <p:sldLayoutId id="2147483727" r:id="rId14"/>
    <p:sldLayoutId id="2147483729" r:id="rId15"/>
    <p:sldLayoutId id="2147483730" r:id="rId16"/>
    <p:sldLayoutId id="2147483731" r:id="rId17"/>
    <p:sldLayoutId id="2147483734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5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736">
          <p15:clr>
            <a:srgbClr val="F26B43"/>
          </p15:clr>
        </p15:guide>
        <p15:guide id="4" orient="horz" pos="3312">
          <p15:clr>
            <a:srgbClr val="F26B43"/>
          </p15:clr>
        </p15:guide>
        <p15:guide id="5" orient="horz" pos="432">
          <p15:clr>
            <a:srgbClr val="F26B43"/>
          </p15:clr>
        </p15:guide>
        <p15:guide id="7" pos="4416">
          <p15:clr>
            <a:srgbClr val="F26B43"/>
          </p15:clr>
        </p15:guide>
        <p15:guide id="8" pos="5568">
          <p15:clr>
            <a:srgbClr val="F26B43"/>
          </p15:clr>
        </p15:guide>
        <p15:guide id="9" pos="7296">
          <p15:clr>
            <a:srgbClr val="F26B43"/>
          </p15:clr>
        </p15:guide>
        <p15:guide id="10" pos="2688">
          <p15:clr>
            <a:srgbClr val="F26B43"/>
          </p15:clr>
        </p15:guide>
        <p15:guide id="11" pos="1536">
          <p15:clr>
            <a:srgbClr val="F26B43"/>
          </p15:clr>
        </p15:guide>
        <p15:guide id="12" pos="384">
          <p15:clr>
            <a:srgbClr val="F26B43"/>
          </p15:clr>
        </p15:guide>
        <p15:guide id="13" pos="2112">
          <p15:clr>
            <a:srgbClr val="F26B43"/>
          </p15:clr>
        </p15:guide>
        <p15:guide id="14" pos="4992">
          <p15:clr>
            <a:srgbClr val="F26B43"/>
          </p15:clr>
        </p15:guide>
        <p15:guide id="15" pos="6720">
          <p15:clr>
            <a:srgbClr val="F26B43"/>
          </p15:clr>
        </p15:guide>
        <p15:guide id="16" pos="960">
          <p15:clr>
            <a:srgbClr val="F26B43"/>
          </p15:clr>
        </p15:guide>
        <p15:guide id="17" pos="3264">
          <p15:clr>
            <a:srgbClr val="F26B43"/>
          </p15:clr>
        </p15:guide>
        <p15:guide id="18" orient="horz" pos="1008">
          <p15:clr>
            <a:srgbClr val="F26B43"/>
          </p15:clr>
        </p15:guide>
        <p15:guide id="19" orient="horz" pos="3888">
          <p15:clr>
            <a:srgbClr val="F26B43"/>
          </p15:clr>
        </p15:guide>
        <p15:guide id="20" pos="6144">
          <p15:clr>
            <a:srgbClr val="F26B43"/>
          </p15:clr>
        </p15:guide>
        <p15:guide id="21" orient="horz" pos="1584">
          <p15:clr>
            <a:srgbClr val="F26B43"/>
          </p15:clr>
        </p15:guide>
        <p15:guide id="22" pos="576">
          <p15:clr>
            <a:srgbClr val="F26B43"/>
          </p15:clr>
        </p15:guide>
        <p15:guide id="23" pos="7104">
          <p15:clr>
            <a:srgbClr val="F26B43"/>
          </p15:clr>
        </p15:guide>
        <p15:guide id="24" pos="768">
          <p15:clr>
            <a:srgbClr val="F26B43"/>
          </p15:clr>
        </p15:guide>
        <p15:guide id="25" pos="691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6" Type="http://schemas.openxmlformats.org/officeDocument/2006/relationships/hyperlink" Target="https://www.dsiidc.org/aboutus" TargetMode="External"/><Relationship Id="rId5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A08E557-10DB-421A-876E-1AE58F8E0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F0D3EE-070A-4852-8B5A-AA44D3E816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F84D80-35B1-45B0-84DF-5743E83EE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C425E51-0F1B-4840-982B-B92C28F42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096486"/>
            <a:ext cx="12192607" cy="5779769"/>
          </a:xfrm>
          <a:custGeom>
            <a:avLst/>
            <a:gdLst>
              <a:gd name="connsiteX0" fmla="*/ 0 w 12192607"/>
              <a:gd name="connsiteY0" fmla="*/ 0 h 5779769"/>
              <a:gd name="connsiteX1" fmla="*/ 12192607 w 12192607"/>
              <a:gd name="connsiteY1" fmla="*/ 0 h 5779769"/>
              <a:gd name="connsiteX2" fmla="*/ 12192607 w 12192607"/>
              <a:gd name="connsiteY2" fmla="*/ 614088 h 5779769"/>
              <a:gd name="connsiteX3" fmla="*/ 12192607 w 12192607"/>
              <a:gd name="connsiteY3" fmla="*/ 1275833 h 5779769"/>
              <a:gd name="connsiteX4" fmla="*/ 12192607 w 12192607"/>
              <a:gd name="connsiteY4" fmla="*/ 2214293 h 5779769"/>
              <a:gd name="connsiteX5" fmla="*/ 11845200 w 12192607"/>
              <a:gd name="connsiteY5" fmla="*/ 2214293 h 5779769"/>
              <a:gd name="connsiteX6" fmla="*/ 11845200 w 12192607"/>
              <a:gd name="connsiteY6" fmla="*/ 2214290 h 5779769"/>
              <a:gd name="connsiteX7" fmla="*/ 3758932 w 12192607"/>
              <a:gd name="connsiteY7" fmla="*/ 2214290 h 5779769"/>
              <a:gd name="connsiteX8" fmla="*/ 3758932 w 12192607"/>
              <a:gd name="connsiteY8" fmla="*/ 2216824 h 5779769"/>
              <a:gd name="connsiteX9" fmla="*/ 3658749 w 12192607"/>
              <a:gd name="connsiteY9" fmla="*/ 2214290 h 5779769"/>
              <a:gd name="connsiteX10" fmla="*/ 19494 w 12192607"/>
              <a:gd name="connsiteY10" fmla="*/ 5498408 h 5779769"/>
              <a:gd name="connsiteX11" fmla="*/ 5286 w 12192607"/>
              <a:gd name="connsiteY11" fmla="*/ 5779769 h 5779769"/>
              <a:gd name="connsiteX12" fmla="*/ 607 w 12192607"/>
              <a:gd name="connsiteY12" fmla="*/ 5779769 h 5779769"/>
              <a:gd name="connsiteX13" fmla="*/ 607 w 12192607"/>
              <a:gd name="connsiteY13" fmla="*/ 1275833 h 5779769"/>
              <a:gd name="connsiteX14" fmla="*/ 0 w 12192607"/>
              <a:gd name="connsiteY14" fmla="*/ 1275833 h 5779769"/>
              <a:gd name="connsiteX0" fmla="*/ 0 w 12192607"/>
              <a:gd name="connsiteY0" fmla="*/ 0 h 5779769"/>
              <a:gd name="connsiteX1" fmla="*/ 12192607 w 12192607"/>
              <a:gd name="connsiteY1" fmla="*/ 0 h 5779769"/>
              <a:gd name="connsiteX2" fmla="*/ 12192607 w 12192607"/>
              <a:gd name="connsiteY2" fmla="*/ 614088 h 5779769"/>
              <a:gd name="connsiteX3" fmla="*/ 12192607 w 12192607"/>
              <a:gd name="connsiteY3" fmla="*/ 1275833 h 5779769"/>
              <a:gd name="connsiteX4" fmla="*/ 12192607 w 12192607"/>
              <a:gd name="connsiteY4" fmla="*/ 2214293 h 5779769"/>
              <a:gd name="connsiteX5" fmla="*/ 11845200 w 12192607"/>
              <a:gd name="connsiteY5" fmla="*/ 2214293 h 5779769"/>
              <a:gd name="connsiteX6" fmla="*/ 11845200 w 12192607"/>
              <a:gd name="connsiteY6" fmla="*/ 2214290 h 5779769"/>
              <a:gd name="connsiteX7" fmla="*/ 3758932 w 12192607"/>
              <a:gd name="connsiteY7" fmla="*/ 2214290 h 5779769"/>
              <a:gd name="connsiteX8" fmla="*/ 3658749 w 12192607"/>
              <a:gd name="connsiteY8" fmla="*/ 2214290 h 5779769"/>
              <a:gd name="connsiteX9" fmla="*/ 19494 w 12192607"/>
              <a:gd name="connsiteY9" fmla="*/ 5498408 h 5779769"/>
              <a:gd name="connsiteX10" fmla="*/ 5286 w 12192607"/>
              <a:gd name="connsiteY10" fmla="*/ 5779769 h 5779769"/>
              <a:gd name="connsiteX11" fmla="*/ 607 w 12192607"/>
              <a:gd name="connsiteY11" fmla="*/ 5779769 h 5779769"/>
              <a:gd name="connsiteX12" fmla="*/ 607 w 12192607"/>
              <a:gd name="connsiteY12" fmla="*/ 1275833 h 5779769"/>
              <a:gd name="connsiteX13" fmla="*/ 0 w 12192607"/>
              <a:gd name="connsiteY13" fmla="*/ 1275833 h 5779769"/>
              <a:gd name="connsiteX14" fmla="*/ 0 w 12192607"/>
              <a:gd name="connsiteY14" fmla="*/ 0 h 5779769"/>
              <a:gd name="connsiteX0" fmla="*/ 0 w 12192607"/>
              <a:gd name="connsiteY0" fmla="*/ 0 h 5779769"/>
              <a:gd name="connsiteX1" fmla="*/ 12192607 w 12192607"/>
              <a:gd name="connsiteY1" fmla="*/ 0 h 5779769"/>
              <a:gd name="connsiteX2" fmla="*/ 12192607 w 12192607"/>
              <a:gd name="connsiteY2" fmla="*/ 614088 h 5779769"/>
              <a:gd name="connsiteX3" fmla="*/ 12192607 w 12192607"/>
              <a:gd name="connsiteY3" fmla="*/ 1275833 h 5779769"/>
              <a:gd name="connsiteX4" fmla="*/ 12192607 w 12192607"/>
              <a:gd name="connsiteY4" fmla="*/ 2214293 h 5779769"/>
              <a:gd name="connsiteX5" fmla="*/ 11845200 w 12192607"/>
              <a:gd name="connsiteY5" fmla="*/ 2214293 h 5779769"/>
              <a:gd name="connsiteX6" fmla="*/ 3758932 w 12192607"/>
              <a:gd name="connsiteY6" fmla="*/ 2214290 h 5779769"/>
              <a:gd name="connsiteX7" fmla="*/ 3658749 w 12192607"/>
              <a:gd name="connsiteY7" fmla="*/ 2214290 h 5779769"/>
              <a:gd name="connsiteX8" fmla="*/ 19494 w 12192607"/>
              <a:gd name="connsiteY8" fmla="*/ 5498408 h 5779769"/>
              <a:gd name="connsiteX9" fmla="*/ 5286 w 12192607"/>
              <a:gd name="connsiteY9" fmla="*/ 5779769 h 5779769"/>
              <a:gd name="connsiteX10" fmla="*/ 607 w 12192607"/>
              <a:gd name="connsiteY10" fmla="*/ 5779769 h 5779769"/>
              <a:gd name="connsiteX11" fmla="*/ 607 w 12192607"/>
              <a:gd name="connsiteY11" fmla="*/ 1275833 h 5779769"/>
              <a:gd name="connsiteX12" fmla="*/ 0 w 12192607"/>
              <a:gd name="connsiteY12" fmla="*/ 1275833 h 5779769"/>
              <a:gd name="connsiteX13" fmla="*/ 0 w 12192607"/>
              <a:gd name="connsiteY13" fmla="*/ 0 h 5779769"/>
              <a:gd name="connsiteX0" fmla="*/ 0 w 12192607"/>
              <a:gd name="connsiteY0" fmla="*/ 0 h 5779769"/>
              <a:gd name="connsiteX1" fmla="*/ 12192607 w 12192607"/>
              <a:gd name="connsiteY1" fmla="*/ 0 h 5779769"/>
              <a:gd name="connsiteX2" fmla="*/ 12192607 w 12192607"/>
              <a:gd name="connsiteY2" fmla="*/ 614088 h 5779769"/>
              <a:gd name="connsiteX3" fmla="*/ 12192607 w 12192607"/>
              <a:gd name="connsiteY3" fmla="*/ 1275833 h 5779769"/>
              <a:gd name="connsiteX4" fmla="*/ 12192607 w 12192607"/>
              <a:gd name="connsiteY4" fmla="*/ 2214293 h 5779769"/>
              <a:gd name="connsiteX5" fmla="*/ 3758932 w 12192607"/>
              <a:gd name="connsiteY5" fmla="*/ 2214290 h 5779769"/>
              <a:gd name="connsiteX6" fmla="*/ 3658749 w 12192607"/>
              <a:gd name="connsiteY6" fmla="*/ 2214290 h 5779769"/>
              <a:gd name="connsiteX7" fmla="*/ 19494 w 12192607"/>
              <a:gd name="connsiteY7" fmla="*/ 5498408 h 5779769"/>
              <a:gd name="connsiteX8" fmla="*/ 5286 w 12192607"/>
              <a:gd name="connsiteY8" fmla="*/ 5779769 h 5779769"/>
              <a:gd name="connsiteX9" fmla="*/ 607 w 12192607"/>
              <a:gd name="connsiteY9" fmla="*/ 5779769 h 5779769"/>
              <a:gd name="connsiteX10" fmla="*/ 607 w 12192607"/>
              <a:gd name="connsiteY10" fmla="*/ 1275833 h 5779769"/>
              <a:gd name="connsiteX11" fmla="*/ 0 w 12192607"/>
              <a:gd name="connsiteY11" fmla="*/ 1275833 h 5779769"/>
              <a:gd name="connsiteX12" fmla="*/ 0 w 12192607"/>
              <a:gd name="connsiteY12" fmla="*/ 0 h 5779769"/>
              <a:gd name="connsiteX0" fmla="*/ 0 w 12192607"/>
              <a:gd name="connsiteY0" fmla="*/ 0 h 5779769"/>
              <a:gd name="connsiteX1" fmla="*/ 12192607 w 12192607"/>
              <a:gd name="connsiteY1" fmla="*/ 0 h 5779769"/>
              <a:gd name="connsiteX2" fmla="*/ 12192607 w 12192607"/>
              <a:gd name="connsiteY2" fmla="*/ 614088 h 5779769"/>
              <a:gd name="connsiteX3" fmla="*/ 12192607 w 12192607"/>
              <a:gd name="connsiteY3" fmla="*/ 1275833 h 5779769"/>
              <a:gd name="connsiteX4" fmla="*/ 12192607 w 12192607"/>
              <a:gd name="connsiteY4" fmla="*/ 2214293 h 5779769"/>
              <a:gd name="connsiteX5" fmla="*/ 3658749 w 12192607"/>
              <a:gd name="connsiteY5" fmla="*/ 2214290 h 5779769"/>
              <a:gd name="connsiteX6" fmla="*/ 19494 w 12192607"/>
              <a:gd name="connsiteY6" fmla="*/ 5498408 h 5779769"/>
              <a:gd name="connsiteX7" fmla="*/ 5286 w 12192607"/>
              <a:gd name="connsiteY7" fmla="*/ 5779769 h 5779769"/>
              <a:gd name="connsiteX8" fmla="*/ 607 w 12192607"/>
              <a:gd name="connsiteY8" fmla="*/ 5779769 h 5779769"/>
              <a:gd name="connsiteX9" fmla="*/ 607 w 12192607"/>
              <a:gd name="connsiteY9" fmla="*/ 1275833 h 5779769"/>
              <a:gd name="connsiteX10" fmla="*/ 0 w 12192607"/>
              <a:gd name="connsiteY10" fmla="*/ 1275833 h 5779769"/>
              <a:gd name="connsiteX11" fmla="*/ 0 w 12192607"/>
              <a:gd name="connsiteY11" fmla="*/ 0 h 5779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607" h="5779769">
                <a:moveTo>
                  <a:pt x="0" y="0"/>
                </a:moveTo>
                <a:lnTo>
                  <a:pt x="12192607" y="0"/>
                </a:lnTo>
                <a:lnTo>
                  <a:pt x="12192607" y="614088"/>
                </a:lnTo>
                <a:lnTo>
                  <a:pt x="12192607" y="1275833"/>
                </a:lnTo>
                <a:lnTo>
                  <a:pt x="12192607" y="2214293"/>
                </a:lnTo>
                <a:lnTo>
                  <a:pt x="3658749" y="2214290"/>
                </a:lnTo>
                <a:cubicBezTo>
                  <a:pt x="1764684" y="2214290"/>
                  <a:pt x="206827" y="3653768"/>
                  <a:pt x="19494" y="5498408"/>
                </a:cubicBezTo>
                <a:lnTo>
                  <a:pt x="5286" y="5779769"/>
                </a:lnTo>
                <a:lnTo>
                  <a:pt x="607" y="5779769"/>
                </a:lnTo>
                <a:lnTo>
                  <a:pt x="607" y="1275833"/>
                </a:lnTo>
                <a:lnTo>
                  <a:pt x="0" y="127583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23EDB88-A5F6-4BA8-9DFE-7C07E5A069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6646" y="0"/>
            <a:ext cx="11905352" cy="6858000"/>
          </a:xfrm>
          <a:custGeom>
            <a:avLst/>
            <a:gdLst>
              <a:gd name="connsiteX0" fmla="*/ 154644 w 11905352"/>
              <a:gd name="connsiteY0" fmla="*/ 0 h 6858000"/>
              <a:gd name="connsiteX1" fmla="*/ 5037827 w 11905352"/>
              <a:gd name="connsiteY1" fmla="*/ 0 h 6858000"/>
              <a:gd name="connsiteX2" fmla="*/ 5869355 w 11905352"/>
              <a:gd name="connsiteY2" fmla="*/ 0 h 6858000"/>
              <a:gd name="connsiteX3" fmla="*/ 11905352 w 11905352"/>
              <a:gd name="connsiteY3" fmla="*/ 0 h 6858000"/>
              <a:gd name="connsiteX4" fmla="*/ 11905352 w 11905352"/>
              <a:gd name="connsiteY4" fmla="*/ 6858000 h 6858000"/>
              <a:gd name="connsiteX5" fmla="*/ 5869355 w 11905352"/>
              <a:gd name="connsiteY5" fmla="*/ 6858000 h 6858000"/>
              <a:gd name="connsiteX6" fmla="*/ 5037827 w 11905352"/>
              <a:gd name="connsiteY6" fmla="*/ 6858000 h 6858000"/>
              <a:gd name="connsiteX7" fmla="*/ 0 w 11905352"/>
              <a:gd name="connsiteY7" fmla="*/ 6858000 h 6858000"/>
              <a:gd name="connsiteX8" fmla="*/ 3430955 w 11905352"/>
              <a:gd name="connsiteY8" fmla="*/ 3427045 h 6858000"/>
              <a:gd name="connsiteX9" fmla="*/ 176556 w 11905352"/>
              <a:gd name="connsiteY9" fmla="*/ 55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905352" h="6858000">
                <a:moveTo>
                  <a:pt x="154644" y="0"/>
                </a:moveTo>
                <a:lnTo>
                  <a:pt x="5037827" y="0"/>
                </a:lnTo>
                <a:lnTo>
                  <a:pt x="5869355" y="0"/>
                </a:lnTo>
                <a:lnTo>
                  <a:pt x="11905352" y="0"/>
                </a:lnTo>
                <a:lnTo>
                  <a:pt x="11905352" y="6858000"/>
                </a:lnTo>
                <a:lnTo>
                  <a:pt x="5869355" y="6858000"/>
                </a:lnTo>
                <a:lnTo>
                  <a:pt x="5037827" y="6858000"/>
                </a:lnTo>
                <a:lnTo>
                  <a:pt x="0" y="6858000"/>
                </a:lnTo>
                <a:cubicBezTo>
                  <a:pt x="1894864" y="6858000"/>
                  <a:pt x="3430955" y="5321909"/>
                  <a:pt x="3430955" y="3427045"/>
                </a:cubicBezTo>
                <a:cubicBezTo>
                  <a:pt x="3430955" y="1591396"/>
                  <a:pt x="1989370" y="92446"/>
                  <a:pt x="176556" y="55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69F247B-257A-498F-9D12-D98D33DB6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95316" y="-49794"/>
            <a:ext cx="3132577" cy="3260792"/>
          </a:xfrm>
          <a:custGeom>
            <a:avLst/>
            <a:gdLst>
              <a:gd name="connsiteX0" fmla="*/ 3132577 w 3132577"/>
              <a:gd name="connsiteY0" fmla="*/ 0 h 3260792"/>
              <a:gd name="connsiteX1" fmla="*/ 3132577 w 3132577"/>
              <a:gd name="connsiteY1" fmla="*/ 3260792 h 3260792"/>
              <a:gd name="connsiteX2" fmla="*/ 0 w 3132577"/>
              <a:gd name="connsiteY2" fmla="*/ 3260792 h 3260792"/>
              <a:gd name="connsiteX3" fmla="*/ 49518 w 3132577"/>
              <a:gd name="connsiteY3" fmla="*/ 3254500 h 3260792"/>
              <a:gd name="connsiteX4" fmla="*/ 3131620 w 3132577"/>
              <a:gd name="connsiteY4" fmla="*/ 12589 h 3260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2577" h="3260792">
                <a:moveTo>
                  <a:pt x="3132577" y="0"/>
                </a:moveTo>
                <a:lnTo>
                  <a:pt x="3132577" y="3260792"/>
                </a:lnTo>
                <a:lnTo>
                  <a:pt x="0" y="3260792"/>
                </a:lnTo>
                <a:lnTo>
                  <a:pt x="49518" y="3254500"/>
                </a:lnTo>
                <a:cubicBezTo>
                  <a:pt x="1684321" y="3004707"/>
                  <a:pt x="2963023" y="1672736"/>
                  <a:pt x="3131620" y="12589"/>
                </a:cubicBez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40D9AD-F97D-8DCF-97C2-FEE69475C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0" y="685800"/>
            <a:ext cx="6826624" cy="340210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5400">
                <a:solidFill>
                  <a:srgbClr val="FFFFFF"/>
                </a:solidFill>
              </a:rPr>
              <a:t>Delhi’s Groundwater Scenario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9882FA-049D-25F3-3F24-590E9D0F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1152" y="6433203"/>
            <a:ext cx="702781" cy="3678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190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441048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697F1CE-8F04-CEBA-1C92-545AE10D73C9}"/>
              </a:ext>
            </a:extLst>
          </p:cNvPr>
          <p:cNvSpPr/>
          <p:nvPr/>
        </p:nvSpPr>
        <p:spPr>
          <a:xfrm>
            <a:off x="6418489" y="4481437"/>
            <a:ext cx="2010056" cy="15016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8C2EC19-A157-8389-07DB-650659081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8545" y="1020581"/>
            <a:ext cx="5049543" cy="1170169"/>
          </a:xfrm>
        </p:spPr>
        <p:txBody>
          <a:bodyPr/>
          <a:lstStyle/>
          <a:p>
            <a:pPr algn="l"/>
            <a:r>
              <a:rPr lang="en-US" dirty="0"/>
              <a:t>Delhi Digital Elevation Map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DE2532-F4A7-30E2-0525-1FF82D28A3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8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0EAC6C1-02A9-4A1E-97FA-84A4B1FEA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489" y="3258173"/>
            <a:ext cx="2010056" cy="16861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C4AD5C5-6A7B-E070-FFDA-0A91D78C46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025" y="680327"/>
            <a:ext cx="5510565" cy="530277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7832DC4-14ED-EBF8-828B-7434A81DF1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3295" y="4481437"/>
            <a:ext cx="298731" cy="141620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1EE57EF-F1CB-1941-EF45-542504B3B8CF}"/>
              </a:ext>
            </a:extLst>
          </p:cNvPr>
          <p:cNvSpPr/>
          <p:nvPr/>
        </p:nvSpPr>
        <p:spPr>
          <a:xfrm>
            <a:off x="6742026" y="4532880"/>
            <a:ext cx="488518" cy="14180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>
                <a:solidFill>
                  <a:sysClr val="windowText" lastClr="000000"/>
                </a:solidFill>
              </a:rPr>
              <a:t>340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CEA2E13-8AF5-ACFB-2743-4F92BE699DB0}"/>
              </a:ext>
            </a:extLst>
          </p:cNvPr>
          <p:cNvSpPr/>
          <p:nvPr/>
        </p:nvSpPr>
        <p:spPr>
          <a:xfrm>
            <a:off x="6766832" y="4674685"/>
            <a:ext cx="400851" cy="71075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BB1EBB6-B075-72C7-7E54-4FE0CAF2BE12}"/>
              </a:ext>
            </a:extLst>
          </p:cNvPr>
          <p:cNvSpPr/>
          <p:nvPr/>
        </p:nvSpPr>
        <p:spPr>
          <a:xfrm>
            <a:off x="6773230" y="5755838"/>
            <a:ext cx="488518" cy="14180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>
                <a:solidFill>
                  <a:sysClr val="windowText" lastClr="000000"/>
                </a:solidFill>
              </a:rPr>
              <a:t>170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0B98FC-CE9A-43A0-222B-29BE1A966307}"/>
              </a:ext>
            </a:extLst>
          </p:cNvPr>
          <p:cNvSpPr txBox="1"/>
          <p:nvPr/>
        </p:nvSpPr>
        <p:spPr>
          <a:xfrm>
            <a:off x="3823019" y="3916587"/>
            <a:ext cx="11763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i="1" dirty="0" err="1"/>
              <a:t>Barapullah</a:t>
            </a:r>
            <a:r>
              <a:rPr lang="en-US" sz="600" i="1" dirty="0"/>
              <a:t> Nallah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EC3461-FAA8-017A-48B3-7D20C908003E}"/>
              </a:ext>
            </a:extLst>
          </p:cNvPr>
          <p:cNvSpPr txBox="1"/>
          <p:nvPr/>
        </p:nvSpPr>
        <p:spPr>
          <a:xfrm>
            <a:off x="3131245" y="2756747"/>
            <a:ext cx="11763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i="1" dirty="0" err="1"/>
              <a:t>Nazafgarh</a:t>
            </a:r>
            <a:r>
              <a:rPr lang="en-US" sz="600" i="1" dirty="0"/>
              <a:t> Drain</a:t>
            </a:r>
          </a:p>
        </p:txBody>
      </p:sp>
    </p:spTree>
    <p:extLst>
      <p:ext uri="{BB962C8B-B14F-4D97-AF65-F5344CB8AC3E}">
        <p14:creationId xmlns:p14="http://schemas.microsoft.com/office/powerpoint/2010/main" val="2470345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B282789-4F8B-D647-09EB-50D8FF687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0712" y="-1262323"/>
            <a:ext cx="9938659" cy="4009292"/>
          </a:xfrm>
        </p:spPr>
        <p:txBody>
          <a:bodyPr/>
          <a:lstStyle/>
          <a:p>
            <a:r>
              <a:rPr lang="en-US" dirty="0"/>
              <a:t>Delhi Built Up Area Growth Scenario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8ECD88-7563-0E2D-38D6-262477CFE5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743B84-B57F-3C70-14E0-3AAD466318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004" y="1324183"/>
            <a:ext cx="2621563" cy="251627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60C4B81-B80F-3A0E-3E6C-4F978FA3BA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7747" y="4075230"/>
            <a:ext cx="2621563" cy="251649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3B0B151-D607-0601-D3FD-77A37C63F5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7245" y="3017750"/>
            <a:ext cx="2621563" cy="251606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6C78BDE-D649-EF82-A151-068AE42622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0662" y="1324183"/>
            <a:ext cx="4753638" cy="4572638"/>
          </a:xfrm>
          <a:prstGeom prst="rect">
            <a:avLst/>
          </a:prstGeom>
        </p:spPr>
      </p:pic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48178CE5-DE2B-F267-FEE6-5D4BAC238095}"/>
              </a:ext>
            </a:extLst>
          </p:cNvPr>
          <p:cNvCxnSpPr>
            <a:cxnSpLocks/>
            <a:stCxn id="7" idx="2"/>
            <a:endCxn id="10" idx="1"/>
          </p:cNvCxnSpPr>
          <p:nvPr/>
        </p:nvCxnSpPr>
        <p:spPr>
          <a:xfrm rot="5400000">
            <a:off x="861261" y="4046949"/>
            <a:ext cx="1493013" cy="1080039"/>
          </a:xfrm>
          <a:prstGeom prst="curvedConnector4">
            <a:avLst>
              <a:gd name="adj1" fmla="val 7133"/>
              <a:gd name="adj2" fmla="val 141324"/>
            </a:avLst>
          </a:prstGeom>
          <a:ln w="57150" cap="flat" cmpd="sng" algn="ctr">
            <a:solidFill>
              <a:schemeClr val="accent3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B52F9318-0790-B641-130B-69D3EF7F5350}"/>
              </a:ext>
            </a:extLst>
          </p:cNvPr>
          <p:cNvCxnSpPr>
            <a:cxnSpLocks/>
            <a:stCxn id="10" idx="3"/>
            <a:endCxn id="12" idx="2"/>
          </p:cNvCxnSpPr>
          <p:nvPr/>
        </p:nvCxnSpPr>
        <p:spPr>
          <a:xfrm>
            <a:off x="3689310" y="5333475"/>
            <a:ext cx="1528717" cy="200342"/>
          </a:xfrm>
          <a:prstGeom prst="curvedConnector4">
            <a:avLst>
              <a:gd name="adj1" fmla="val 7128"/>
              <a:gd name="adj2" fmla="val 214105"/>
            </a:avLst>
          </a:prstGeom>
          <a:ln w="57150" cap="flat" cmpd="sng" algn="ctr">
            <a:solidFill>
              <a:schemeClr val="accent3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21DD200B-DE27-D32A-54A7-D132399B99F8}"/>
              </a:ext>
            </a:extLst>
          </p:cNvPr>
          <p:cNvCxnSpPr>
            <a:cxnSpLocks/>
            <a:stCxn id="12" idx="0"/>
          </p:cNvCxnSpPr>
          <p:nvPr/>
        </p:nvCxnSpPr>
        <p:spPr>
          <a:xfrm rot="5400000" flipH="1" flipV="1">
            <a:off x="5814577" y="2041664"/>
            <a:ext cx="379537" cy="1572637"/>
          </a:xfrm>
          <a:prstGeom prst="curvedConnector2">
            <a:avLst/>
          </a:prstGeom>
          <a:ln w="57150" cap="flat" cmpd="sng" algn="ctr">
            <a:solidFill>
              <a:schemeClr val="accent3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F2FC222-E3A3-A045-F3AB-2C31097A6A2A}"/>
              </a:ext>
            </a:extLst>
          </p:cNvPr>
          <p:cNvSpPr txBox="1"/>
          <p:nvPr/>
        </p:nvSpPr>
        <p:spPr>
          <a:xfrm>
            <a:off x="834881" y="1339859"/>
            <a:ext cx="772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1977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DA9479-F57D-F864-10B2-E661939DB307}"/>
              </a:ext>
            </a:extLst>
          </p:cNvPr>
          <p:cNvSpPr txBox="1"/>
          <p:nvPr/>
        </p:nvSpPr>
        <p:spPr>
          <a:xfrm>
            <a:off x="1031770" y="4061163"/>
            <a:ext cx="772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1993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5419713-FB33-5CAD-E603-99AC5F2693E0}"/>
              </a:ext>
            </a:extLst>
          </p:cNvPr>
          <p:cNvSpPr txBox="1"/>
          <p:nvPr/>
        </p:nvSpPr>
        <p:spPr>
          <a:xfrm>
            <a:off x="3965285" y="3051815"/>
            <a:ext cx="772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2006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EBD4F98-B8C3-AB16-84AE-B7B29BCDA135}"/>
              </a:ext>
            </a:extLst>
          </p:cNvPr>
          <p:cNvSpPr txBox="1"/>
          <p:nvPr/>
        </p:nvSpPr>
        <p:spPr>
          <a:xfrm>
            <a:off x="6877399" y="1394297"/>
            <a:ext cx="772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2014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978E2AF-2681-A886-D762-CDE0F68604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0662" y="5896821"/>
            <a:ext cx="2481943" cy="43250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15FA37D-07FF-FD1E-B2FA-4516F41ABD35}"/>
              </a:ext>
            </a:extLst>
          </p:cNvPr>
          <p:cNvSpPr txBox="1"/>
          <p:nvPr/>
        </p:nvSpPr>
        <p:spPr>
          <a:xfrm>
            <a:off x="4002368" y="5923225"/>
            <a:ext cx="23285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2"/>
                </a:solidFill>
              </a:rPr>
              <a:t>South-West area of Delhi, including Dwarka and others, have shown the highest growth of built-up area between 2006-2014.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4279BAD-8B7E-FBD2-002D-6A7FFADB1E59}"/>
              </a:ext>
            </a:extLst>
          </p:cNvPr>
          <p:cNvSpPr txBox="1"/>
          <p:nvPr/>
        </p:nvSpPr>
        <p:spPr>
          <a:xfrm>
            <a:off x="3926821" y="1343771"/>
            <a:ext cx="2328597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2"/>
                </a:solidFill>
              </a:rPr>
              <a:t>Between 1989 and 2019, there has been an </a:t>
            </a:r>
            <a:r>
              <a:rPr lang="en-US" sz="1000" b="1" dirty="0">
                <a:solidFill>
                  <a:schemeClr val="bg2"/>
                </a:solidFill>
              </a:rPr>
              <a:t>38.24%</a:t>
            </a:r>
            <a:r>
              <a:rPr lang="en-US" sz="1000" dirty="0">
                <a:solidFill>
                  <a:schemeClr val="bg2"/>
                </a:solidFill>
              </a:rPr>
              <a:t> </a:t>
            </a:r>
            <a:r>
              <a:rPr lang="en-US" sz="1000" b="1" dirty="0">
                <a:solidFill>
                  <a:schemeClr val="bg2"/>
                </a:solidFill>
              </a:rPr>
              <a:t>increase</a:t>
            </a:r>
            <a:r>
              <a:rPr lang="en-US" sz="1000" dirty="0">
                <a:solidFill>
                  <a:schemeClr val="bg2"/>
                </a:solidFill>
              </a:rPr>
              <a:t> in </a:t>
            </a:r>
            <a:r>
              <a:rPr lang="en-US" sz="1000" b="1" dirty="0">
                <a:solidFill>
                  <a:schemeClr val="bg2"/>
                </a:solidFill>
              </a:rPr>
              <a:t>built up area </a:t>
            </a:r>
            <a:r>
              <a:rPr lang="en-US" sz="1000" dirty="0">
                <a:solidFill>
                  <a:schemeClr val="bg2"/>
                </a:solidFill>
              </a:rPr>
              <a:t>as well as </a:t>
            </a:r>
            <a:r>
              <a:rPr lang="en-US" sz="1000" b="1" dirty="0">
                <a:solidFill>
                  <a:schemeClr val="bg2"/>
                </a:solidFill>
              </a:rPr>
              <a:t>5.6% decrease in forest area.</a:t>
            </a:r>
          </a:p>
          <a:p>
            <a:endParaRPr lang="en-US" sz="1000" dirty="0">
              <a:solidFill>
                <a:schemeClr val="bg2"/>
              </a:solidFill>
            </a:endParaRPr>
          </a:p>
          <a:p>
            <a:r>
              <a:rPr lang="en-US" sz="600" u="sng" dirty="0">
                <a:solidFill>
                  <a:schemeClr val="bg2"/>
                </a:solidFill>
              </a:rPr>
              <a:t>Source</a:t>
            </a:r>
            <a:r>
              <a:rPr lang="en-US" sz="600" dirty="0">
                <a:solidFill>
                  <a:schemeClr val="bg2"/>
                </a:solidFill>
              </a:rPr>
              <a:t>: Parveen, N., Siddiqui, L., Siddiqui, M.A. </a:t>
            </a:r>
            <a:r>
              <a:rPr lang="en-US" sz="600" i="1" dirty="0">
                <a:solidFill>
                  <a:schemeClr val="bg2"/>
                </a:solidFill>
              </a:rPr>
              <a:t>et al.</a:t>
            </a:r>
            <a:r>
              <a:rPr lang="en-US" sz="600" dirty="0">
                <a:solidFill>
                  <a:schemeClr val="bg2"/>
                </a:solidFill>
              </a:rPr>
              <a:t> Monitoring built-up area expansion led by industrial transformation in Delhi using geospatial techniques. </a:t>
            </a:r>
            <a:r>
              <a:rPr lang="en-US" sz="600" i="1" dirty="0">
                <a:solidFill>
                  <a:schemeClr val="bg2"/>
                </a:solidFill>
              </a:rPr>
              <a:t>Environ Sci </a:t>
            </a:r>
            <a:r>
              <a:rPr lang="en-US" sz="600" i="1" dirty="0" err="1">
                <a:solidFill>
                  <a:schemeClr val="bg2"/>
                </a:solidFill>
              </a:rPr>
              <a:t>Pollut</a:t>
            </a:r>
            <a:r>
              <a:rPr lang="en-US" sz="600" i="1" dirty="0">
                <a:solidFill>
                  <a:schemeClr val="bg2"/>
                </a:solidFill>
              </a:rPr>
              <a:t> Res</a:t>
            </a:r>
            <a:r>
              <a:rPr lang="en-US" sz="600" dirty="0">
                <a:solidFill>
                  <a:schemeClr val="bg2"/>
                </a:solidFill>
              </a:rPr>
              <a:t> </a:t>
            </a:r>
            <a:r>
              <a:rPr lang="en-US" sz="600" b="1" dirty="0">
                <a:solidFill>
                  <a:schemeClr val="bg2"/>
                </a:solidFill>
              </a:rPr>
              <a:t>30</a:t>
            </a:r>
            <a:r>
              <a:rPr lang="en-US" sz="600" dirty="0">
                <a:solidFill>
                  <a:schemeClr val="bg2"/>
                </a:solidFill>
              </a:rPr>
              <a:t>, 106936–106950 (2023). https://doi.org/10.1007/s11356-022-23221-3</a:t>
            </a:r>
            <a:endParaRPr lang="en-US" sz="1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4175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FD7F8E85-FDF2-51EE-9C74-5F16D07989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4217" y="1650888"/>
            <a:ext cx="3337164" cy="3467486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1945D54-A284-835B-B949-4F6D36F38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Delhi Groundwater Scenario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E04509-99F0-B7A3-5C7A-C5A6350461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5DA3B3-CF05-C9C5-E75B-3B0EF1F640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597" y="1654775"/>
            <a:ext cx="3325209" cy="34674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852F9B5-09AB-56FC-13A4-02540A043B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597" y="5188816"/>
            <a:ext cx="1187856" cy="136893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AA034D6-2C56-BC26-D6D9-FDBE124618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4214" y="5188816"/>
            <a:ext cx="1467329" cy="145406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94D30BC-827C-A1FB-6662-F8EDE07ACB0E}"/>
              </a:ext>
            </a:extLst>
          </p:cNvPr>
          <p:cNvSpPr txBox="1"/>
          <p:nvPr/>
        </p:nvSpPr>
        <p:spPr>
          <a:xfrm>
            <a:off x="1359642" y="1704949"/>
            <a:ext cx="28419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Delhi Depth to Water Level May 2021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C5897C-6F54-1BD8-7210-A4418C5FC092}"/>
              </a:ext>
            </a:extLst>
          </p:cNvPr>
          <p:cNvSpPr txBox="1"/>
          <p:nvPr/>
        </p:nvSpPr>
        <p:spPr>
          <a:xfrm>
            <a:off x="4734215" y="1685565"/>
            <a:ext cx="28419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Decadal Groundwater Fluctuation May 2011-21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1BB1EB7-A0D4-C687-14F8-A65FA6C4478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406"/>
          <a:stretch>
            <a:fillRect/>
          </a:stretch>
        </p:blipFill>
        <p:spPr>
          <a:xfrm>
            <a:off x="8108790" y="1664970"/>
            <a:ext cx="3507342" cy="345340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0DC7651-636A-4F3A-FA32-A4913F5643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2323" y="5167803"/>
            <a:ext cx="1973008" cy="1523618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AF30D931-A1E9-96EC-9984-D57F7E3B5D65}"/>
              </a:ext>
            </a:extLst>
          </p:cNvPr>
          <p:cNvSpPr txBox="1"/>
          <p:nvPr/>
        </p:nvSpPr>
        <p:spPr>
          <a:xfrm>
            <a:off x="8157233" y="1714981"/>
            <a:ext cx="28419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Groundwater Trend 2005-14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35701AF-4B28-9CE8-38FD-DE9E09B756F4}"/>
              </a:ext>
            </a:extLst>
          </p:cNvPr>
          <p:cNvSpPr/>
          <p:nvPr/>
        </p:nvSpPr>
        <p:spPr>
          <a:xfrm>
            <a:off x="2743200" y="4038600"/>
            <a:ext cx="1034143" cy="794657"/>
          </a:xfrm>
          <a:prstGeom prst="ellipse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B7A385D-DA0E-4461-C324-C77B84F414F0}"/>
              </a:ext>
            </a:extLst>
          </p:cNvPr>
          <p:cNvCxnSpPr>
            <a:cxnSpLocks/>
            <a:stCxn id="31" idx="4"/>
          </p:cNvCxnSpPr>
          <p:nvPr/>
        </p:nvCxnSpPr>
        <p:spPr>
          <a:xfrm>
            <a:off x="3260272" y="4833257"/>
            <a:ext cx="114299" cy="584775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DA8DDB30-D087-5B15-227C-3D6B3F5FFFF7}"/>
              </a:ext>
            </a:extLst>
          </p:cNvPr>
          <p:cNvSpPr/>
          <p:nvPr/>
        </p:nvSpPr>
        <p:spPr>
          <a:xfrm>
            <a:off x="6096000" y="3186459"/>
            <a:ext cx="729344" cy="721514"/>
          </a:xfrm>
          <a:prstGeom prst="ellipse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D03B609-E449-D4E1-3C81-7287D4E95130}"/>
              </a:ext>
            </a:extLst>
          </p:cNvPr>
          <p:cNvCxnSpPr>
            <a:cxnSpLocks/>
          </p:cNvCxnSpPr>
          <p:nvPr/>
        </p:nvCxnSpPr>
        <p:spPr>
          <a:xfrm>
            <a:off x="6574971" y="3853543"/>
            <a:ext cx="130629" cy="1575375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A373996E-7437-587B-08B4-69D346CE609C}"/>
              </a:ext>
            </a:extLst>
          </p:cNvPr>
          <p:cNvSpPr txBox="1"/>
          <p:nvPr/>
        </p:nvSpPr>
        <p:spPr>
          <a:xfrm>
            <a:off x="2264229" y="5418032"/>
            <a:ext cx="20900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Areas with </a:t>
            </a:r>
            <a:r>
              <a:rPr lang="en-US" sz="1200" b="1" dirty="0"/>
              <a:t>low</a:t>
            </a:r>
            <a:r>
              <a:rPr lang="en-US" sz="1200" dirty="0"/>
              <a:t> groundwater level: </a:t>
            </a:r>
            <a:r>
              <a:rPr lang="en-US" sz="1200" b="1" dirty="0">
                <a:solidFill>
                  <a:schemeClr val="accent3"/>
                </a:solidFill>
              </a:rPr>
              <a:t>Chhatarpur, Dera Mandi, Fatehpur Beri, Aya Nagar, </a:t>
            </a:r>
            <a:r>
              <a:rPr lang="en-US" sz="1200" b="1" dirty="0" err="1">
                <a:solidFill>
                  <a:schemeClr val="accent3"/>
                </a:solidFill>
              </a:rPr>
              <a:t>Kapashera</a:t>
            </a:r>
            <a:r>
              <a:rPr lang="en-US" sz="1200" b="1" dirty="0">
                <a:solidFill>
                  <a:schemeClr val="accent3"/>
                </a:solidFill>
              </a:rPr>
              <a:t>, </a:t>
            </a:r>
            <a:r>
              <a:rPr lang="en-US" sz="1200" b="1" dirty="0" err="1">
                <a:solidFill>
                  <a:schemeClr val="accent3"/>
                </a:solidFill>
              </a:rPr>
              <a:t>Gadaipur</a:t>
            </a:r>
            <a:r>
              <a:rPr lang="en-US" sz="1200" b="1" dirty="0">
                <a:solidFill>
                  <a:schemeClr val="accent3"/>
                </a:solidFill>
              </a:rPr>
              <a:t>, </a:t>
            </a:r>
            <a:r>
              <a:rPr lang="en-US" sz="1200" b="1" dirty="0" err="1">
                <a:solidFill>
                  <a:schemeClr val="accent3"/>
                </a:solidFill>
              </a:rPr>
              <a:t>Shekhawati</a:t>
            </a:r>
            <a:r>
              <a:rPr lang="en-US" sz="1200" b="1" dirty="0">
                <a:solidFill>
                  <a:schemeClr val="accent3"/>
                </a:solidFill>
              </a:rPr>
              <a:t> Lines, </a:t>
            </a:r>
            <a:r>
              <a:rPr lang="en-US" sz="1200" b="1" dirty="0" err="1">
                <a:solidFill>
                  <a:schemeClr val="accent3"/>
                </a:solidFill>
              </a:rPr>
              <a:t>Jaunapur</a:t>
            </a:r>
            <a:endParaRPr lang="en-US" sz="1200" b="1" dirty="0">
              <a:solidFill>
                <a:schemeClr val="accent3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F7E0D5-5AB0-0D0A-99BC-DF4DC931D14F}"/>
              </a:ext>
            </a:extLst>
          </p:cNvPr>
          <p:cNvSpPr txBox="1"/>
          <p:nvPr/>
        </p:nvSpPr>
        <p:spPr>
          <a:xfrm>
            <a:off x="5805919" y="5347927"/>
            <a:ext cx="20900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Areas with </a:t>
            </a:r>
            <a:r>
              <a:rPr lang="en-US" sz="1200" b="1" dirty="0"/>
              <a:t>receding</a:t>
            </a:r>
            <a:r>
              <a:rPr lang="en-US" sz="1200" dirty="0"/>
              <a:t> groundwater levels: West Patel Nagar, </a:t>
            </a:r>
            <a:r>
              <a:rPr lang="en-US" sz="1200" b="1" dirty="0">
                <a:solidFill>
                  <a:schemeClr val="accent3"/>
                </a:solidFill>
              </a:rPr>
              <a:t>Baljit Nagar, </a:t>
            </a:r>
            <a:r>
              <a:rPr lang="en-US" sz="1200" b="1" dirty="0" err="1">
                <a:solidFill>
                  <a:schemeClr val="accent3"/>
                </a:solidFill>
              </a:rPr>
              <a:t>Iari</a:t>
            </a:r>
            <a:r>
              <a:rPr lang="en-US" sz="1200" b="1" dirty="0">
                <a:solidFill>
                  <a:schemeClr val="accent3"/>
                </a:solidFill>
              </a:rPr>
              <a:t> Colony, Pusa Institute, Tagore Garden, part of Patparganj, </a:t>
            </a:r>
            <a:r>
              <a:rPr lang="en-US" sz="1200" b="1" dirty="0" err="1">
                <a:solidFill>
                  <a:schemeClr val="accent3"/>
                </a:solidFill>
              </a:rPr>
              <a:t>Jagatpur</a:t>
            </a:r>
            <a:r>
              <a:rPr lang="en-US" sz="1200" b="1" dirty="0">
                <a:solidFill>
                  <a:schemeClr val="accent3"/>
                </a:solidFill>
              </a:rPr>
              <a:t> Gaon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D6A4EBB-4919-FFD5-2704-076A65D76A95}"/>
              </a:ext>
            </a:extLst>
          </p:cNvPr>
          <p:cNvSpPr/>
          <p:nvPr/>
        </p:nvSpPr>
        <p:spPr>
          <a:xfrm>
            <a:off x="7048500" y="3394079"/>
            <a:ext cx="299357" cy="247192"/>
          </a:xfrm>
          <a:prstGeom prst="ellipse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6E26DADE-557C-4CDD-2BF8-6FA712462600}"/>
              </a:ext>
            </a:extLst>
          </p:cNvPr>
          <p:cNvSpPr/>
          <p:nvPr/>
        </p:nvSpPr>
        <p:spPr>
          <a:xfrm>
            <a:off x="6574971" y="2629323"/>
            <a:ext cx="299357" cy="327583"/>
          </a:xfrm>
          <a:prstGeom prst="ellipse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EE6C0CAD-A8BE-3952-651E-0E9B1009CBA2}"/>
              </a:ext>
            </a:extLst>
          </p:cNvPr>
          <p:cNvSpPr/>
          <p:nvPr/>
        </p:nvSpPr>
        <p:spPr>
          <a:xfrm>
            <a:off x="6210300" y="2286040"/>
            <a:ext cx="299357" cy="327583"/>
          </a:xfrm>
          <a:prstGeom prst="ellipse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7B6362DD-8F0D-4FA0-601E-4C5516A179EA}"/>
              </a:ext>
            </a:extLst>
          </p:cNvPr>
          <p:cNvSpPr/>
          <p:nvPr/>
        </p:nvSpPr>
        <p:spPr>
          <a:xfrm>
            <a:off x="2742371" y="3641271"/>
            <a:ext cx="341297" cy="334175"/>
          </a:xfrm>
          <a:prstGeom prst="ellipse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CC15B3-EEFE-EDF0-73B2-B2BBFF60226E}"/>
              </a:ext>
            </a:extLst>
          </p:cNvPr>
          <p:cNvSpPr txBox="1"/>
          <p:nvPr/>
        </p:nvSpPr>
        <p:spPr>
          <a:xfrm>
            <a:off x="9665266" y="1138535"/>
            <a:ext cx="20054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" dirty="0"/>
              <a:t>Source:</a:t>
            </a:r>
          </a:p>
          <a:p>
            <a:pPr algn="r"/>
            <a:r>
              <a:rPr lang="en-US" sz="600" dirty="0"/>
              <a:t>Master Plan of Delhi 2041</a:t>
            </a:r>
          </a:p>
          <a:p>
            <a:pPr algn="r"/>
            <a:r>
              <a:rPr lang="en-US" sz="600" dirty="0"/>
              <a:t>CGWB Groundwater Year Book NCT of Delhi 2021-22</a:t>
            </a:r>
          </a:p>
          <a:p>
            <a:pPr algn="r"/>
            <a:r>
              <a:rPr lang="en-US" sz="600" dirty="0"/>
              <a:t>NAQUIM Report on Delhi’s Shallow Aquifers</a:t>
            </a:r>
          </a:p>
        </p:txBody>
      </p:sp>
    </p:spTree>
    <p:extLst>
      <p:ext uri="{BB962C8B-B14F-4D97-AF65-F5344CB8AC3E}">
        <p14:creationId xmlns:p14="http://schemas.microsoft.com/office/powerpoint/2010/main" val="4154249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F465791-02C3-85CB-EC2D-AE1D097AD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Delhi Industrial Areas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EF2AD9-EC94-1F3D-3B79-64938E47A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084433-B579-4B35-ACC6-A562556D9A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247" y="749675"/>
            <a:ext cx="5087449" cy="48890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44634C-C8A8-CB37-F8DB-C2D4AE0B93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2820" y="2501460"/>
            <a:ext cx="1518978" cy="8771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FD84B3-6F41-C984-81AC-2FC7F8FFA3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5605" y="3378617"/>
            <a:ext cx="1083368" cy="12485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6A51995-0391-4BC1-337E-B8CB1E217D4E}"/>
              </a:ext>
            </a:extLst>
          </p:cNvPr>
          <p:cNvSpPr txBox="1"/>
          <p:nvPr/>
        </p:nvSpPr>
        <p:spPr>
          <a:xfrm>
            <a:off x="1396784" y="1412109"/>
            <a:ext cx="6096000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1. G.T. KARNAL ROAD INDUSTRIAL AREA</a:t>
            </a:r>
          </a:p>
          <a:p>
            <a:r>
              <a:rPr lang="en-US" sz="1000" dirty="0"/>
              <a:t>2. RAJASTHANI UDYOG NAGAR INDUSTRIAL AREA </a:t>
            </a:r>
          </a:p>
          <a:p>
            <a:r>
              <a:rPr lang="en-US" sz="1000" dirty="0"/>
              <a:t>3. S.M.A. INDUSTRIAL AREA</a:t>
            </a:r>
          </a:p>
          <a:p>
            <a:r>
              <a:rPr lang="en-US" sz="1000" dirty="0"/>
              <a:t>4. S.S.I. INDUSTRIAL AREA</a:t>
            </a:r>
          </a:p>
          <a:p>
            <a:r>
              <a:rPr lang="en-US" sz="1000" dirty="0"/>
              <a:t>5. WAZIRPUR INDUSTRIAL AREA</a:t>
            </a:r>
          </a:p>
          <a:p>
            <a:r>
              <a:rPr lang="en-US" sz="1000" dirty="0"/>
              <a:t>6. LAWRENCE ROAD INDUSTRIAL AREA</a:t>
            </a:r>
          </a:p>
          <a:p>
            <a:r>
              <a:rPr lang="en-US" sz="1000" dirty="0"/>
              <a:t>7. UDYOG NAGAR INDUSTRIAL AREA</a:t>
            </a:r>
          </a:p>
          <a:p>
            <a:r>
              <a:rPr lang="en-US" sz="1000" dirty="0"/>
              <a:t>8. D.S.I.I.D.C. SHEDS NANGLOI</a:t>
            </a:r>
          </a:p>
          <a:p>
            <a:r>
              <a:rPr lang="en-US" sz="1000" dirty="0"/>
              <a:t>9. MANGOL PURI INDUSTRIAL AREA</a:t>
            </a:r>
          </a:p>
          <a:p>
            <a:r>
              <a:rPr lang="en-US" sz="1000" dirty="0"/>
              <a:t>10. BADLI INDUSTRIAL AREA</a:t>
            </a:r>
          </a:p>
          <a:p>
            <a:r>
              <a:rPr lang="en-US" sz="1000" dirty="0"/>
              <a:t>11. NARELA INDUSTRIAL AREA</a:t>
            </a:r>
          </a:p>
          <a:p>
            <a:r>
              <a:rPr lang="en-US" sz="1000" dirty="0"/>
              <a:t>12. BAWANA INDUSTRIAL AREA </a:t>
            </a:r>
          </a:p>
          <a:p>
            <a:r>
              <a:rPr lang="en-US" sz="1000" dirty="0"/>
              <a:t>13. OKHLA INDUSTRIAL AREA (PH-1 &amp; 2) </a:t>
            </a:r>
          </a:p>
          <a:p>
            <a:r>
              <a:rPr lang="en-US" sz="1000" dirty="0"/>
              <a:t>14. OKHLA INDUSTRIAL AREA (PH-3)</a:t>
            </a:r>
          </a:p>
          <a:p>
            <a:r>
              <a:rPr lang="en-US" sz="1000" dirty="0"/>
              <a:t>15. FUNCTIONAL INDUSTRIAL ESTATE FOR ELECTRONICS S-BLOCK</a:t>
            </a:r>
          </a:p>
          <a:p>
            <a:r>
              <a:rPr lang="en-US" sz="1000" dirty="0"/>
              <a:t>16. FUNCTIONAL INDUSTRIAL ESTATE FOR ELECTRONICS A-BLOCK</a:t>
            </a:r>
          </a:p>
          <a:p>
            <a:r>
              <a:rPr lang="en-US" sz="1000" dirty="0"/>
              <a:t>17. MOHAN COOPERATIVE INDUSTRIAL ESTATE </a:t>
            </a:r>
          </a:p>
          <a:p>
            <a:r>
              <a:rPr lang="en-US" sz="1000" dirty="0"/>
              <a:t>18. RANI JHASI ROAD INDUSTRIAL AREA </a:t>
            </a:r>
          </a:p>
          <a:p>
            <a:r>
              <a:rPr lang="en-US" sz="1000" dirty="0"/>
              <a:t>19. SHAHZADA BAGH INDUSTRIAL AREA </a:t>
            </a:r>
          </a:p>
          <a:p>
            <a:r>
              <a:rPr lang="en-US" sz="1000" dirty="0"/>
              <a:t>20. NARAINA INDUSTRIAL AREA (PH-1 &amp; 2)</a:t>
            </a:r>
          </a:p>
          <a:p>
            <a:r>
              <a:rPr lang="en-US" sz="1000" dirty="0"/>
              <a:t>21. MAYAPURI INDUSTRIAL AREA (PH-1 &amp; 2)</a:t>
            </a:r>
          </a:p>
          <a:p>
            <a:r>
              <a:rPr lang="en-US" sz="1000" dirty="0"/>
              <a:t>22. TILAK NAGAR INDUSTRIAL AREA </a:t>
            </a:r>
          </a:p>
          <a:p>
            <a:r>
              <a:rPr lang="en-US" sz="1000" dirty="0"/>
              <a:t>23. KIRTI NAGAR INDUSTRIAL AREA </a:t>
            </a:r>
          </a:p>
          <a:p>
            <a:r>
              <a:rPr lang="en-US" sz="1000" dirty="0"/>
              <a:t>24. D.L.F. INDUSTRIAL AREA</a:t>
            </a:r>
          </a:p>
          <a:p>
            <a:r>
              <a:rPr lang="en-US" sz="1000" dirty="0"/>
              <a:t>25. NAJAFGARH ROAD INDUSTRIAL AREA </a:t>
            </a:r>
          </a:p>
          <a:p>
            <a:r>
              <a:rPr lang="en-US" sz="1000" dirty="0"/>
              <a:t>26. JHILMIL INDUSTRIAL AREA</a:t>
            </a:r>
          </a:p>
          <a:p>
            <a:r>
              <a:rPr lang="en-US" sz="1000" dirty="0"/>
              <a:t>27. FRIENDS COLONY INDUSTRIAL AREA (SHAHDARA)</a:t>
            </a:r>
          </a:p>
          <a:p>
            <a:r>
              <a:rPr lang="en-US" sz="1000" dirty="0"/>
              <a:t>28. PATPAR GANJ INDUSTRIAL AREA</a:t>
            </a:r>
          </a:p>
          <a:p>
            <a:r>
              <a:rPr lang="en-US" sz="1000" dirty="0"/>
              <a:t>28. SHAHDARA INDUSTRIAL AREA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21D60F-C6CC-3779-357D-4CAB1B0EEF8E}"/>
              </a:ext>
            </a:extLst>
          </p:cNvPr>
          <p:cNvSpPr txBox="1"/>
          <p:nvPr/>
        </p:nvSpPr>
        <p:spPr>
          <a:xfrm>
            <a:off x="10131018" y="191956"/>
            <a:ext cx="20054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" dirty="0"/>
              <a:t>Source:</a:t>
            </a:r>
          </a:p>
          <a:p>
            <a:pPr algn="r"/>
            <a:r>
              <a:rPr lang="en-US" sz="600" dirty="0"/>
              <a:t>Master Plan of Delhi 2041</a:t>
            </a:r>
          </a:p>
          <a:p>
            <a:pPr algn="r"/>
            <a:r>
              <a:rPr lang="en-US" sz="600" dirty="0"/>
              <a:t>CGWB Report on Groundwater Quality in Shallow Aquifers of NCT of Delhi</a:t>
            </a:r>
          </a:p>
          <a:p>
            <a:pPr algn="r"/>
            <a:r>
              <a:rPr lang="en-US" sz="600" dirty="0">
                <a:ea typeface="Calibri" panose="020F0502020204030204" pitchFamily="34" charset="0"/>
                <a:cs typeface="Leelawadee UI" panose="020B0502040204020203" pitchFamily="34" charset="-34"/>
                <a:hlinkClick r:id="rId6"/>
              </a:rPr>
              <a:t>https://www.dsiidc.org/aboutus</a:t>
            </a:r>
            <a:r>
              <a:rPr lang="en-US" sz="600" dirty="0">
                <a:ea typeface="Calibri" panose="020F0502020204030204" pitchFamily="34" charset="0"/>
                <a:cs typeface="Leelawadee UI" panose="020B0502040204020203" pitchFamily="34" charset="-34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21864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04918-AE31-3C10-2819-F95800447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07AE2BA-E930-5904-1449-7FEA013F8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Delhi Groundwater Quality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D7D79C-9E40-3AE7-E4B2-94A591D436A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noProof="1"/>
              <a:t>The locations where </a:t>
            </a:r>
            <a:r>
              <a:rPr lang="en-US" b="1" noProof="1"/>
              <a:t>excess</a:t>
            </a:r>
            <a:r>
              <a:rPr lang="en-US" noProof="1"/>
              <a:t> concentrations of </a:t>
            </a:r>
            <a:r>
              <a:rPr lang="en-US" b="1" noProof="1"/>
              <a:t>arsenic</a:t>
            </a:r>
            <a:r>
              <a:rPr lang="en-US" noProof="1"/>
              <a:t>, </a:t>
            </a:r>
            <a:r>
              <a:rPr lang="en-US" b="1" noProof="1"/>
              <a:t>iron</a:t>
            </a:r>
            <a:r>
              <a:rPr lang="en-US" noProof="1"/>
              <a:t>, </a:t>
            </a:r>
            <a:r>
              <a:rPr lang="en-US" b="1" noProof="1"/>
              <a:t>nitrate</a:t>
            </a:r>
            <a:r>
              <a:rPr lang="en-US" noProof="1"/>
              <a:t>, and </a:t>
            </a:r>
            <a:r>
              <a:rPr lang="en-US" b="1" noProof="1"/>
              <a:t>uranium</a:t>
            </a:r>
            <a:r>
              <a:rPr lang="en-US" noProof="1"/>
              <a:t> are present in groundwater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141F52-8647-ECF9-CA23-66E54D5CAF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5501BA1-9004-E221-7754-322E993BA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903" y="1504429"/>
            <a:ext cx="4787781" cy="43442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8F00420-1CCE-AA02-5078-59A22570E3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5903" y="4861421"/>
            <a:ext cx="1059173" cy="9872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2D209AD-E6F7-FCAE-1464-52353CDED5D9}"/>
              </a:ext>
            </a:extLst>
          </p:cNvPr>
          <p:cNvSpPr txBox="1"/>
          <p:nvPr/>
        </p:nvSpPr>
        <p:spPr>
          <a:xfrm>
            <a:off x="9363938" y="971818"/>
            <a:ext cx="20054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" dirty="0"/>
              <a:t>Source:</a:t>
            </a:r>
          </a:p>
          <a:p>
            <a:pPr algn="r"/>
            <a:r>
              <a:rPr lang="en-US" sz="600" dirty="0"/>
              <a:t>Master Plan of Delhi 2041</a:t>
            </a:r>
          </a:p>
          <a:p>
            <a:pPr algn="r"/>
            <a:r>
              <a:rPr lang="en-US" sz="600" dirty="0"/>
              <a:t>CGWB Report on Groundwater Quality in Shallow Aquifers of NCT of Delhi</a:t>
            </a:r>
          </a:p>
        </p:txBody>
      </p:sp>
    </p:spTree>
    <p:extLst>
      <p:ext uri="{BB962C8B-B14F-4D97-AF65-F5344CB8AC3E}">
        <p14:creationId xmlns:p14="http://schemas.microsoft.com/office/powerpoint/2010/main" val="1627495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4D9321D-79AC-AC52-77EE-48647BFA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Infiltration Rate of Groundwater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6EE69C-73C8-9D1D-8226-2035426252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5DB7D23-C1BD-D83C-CF29-7C6F528DD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666" y="1687286"/>
            <a:ext cx="4078048" cy="40335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5A5C39A-475C-F243-7DC5-03830237D4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4735" y="1691490"/>
            <a:ext cx="4078047" cy="40562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62FEAF3-9EF7-B25A-EF35-3C25AD9BCE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0927" y="5720845"/>
            <a:ext cx="2544419" cy="101260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6E5F638-1DC4-320C-A7EA-D07AFFA359DB}"/>
              </a:ext>
            </a:extLst>
          </p:cNvPr>
          <p:cNvSpPr txBox="1"/>
          <p:nvPr/>
        </p:nvSpPr>
        <p:spPr>
          <a:xfrm>
            <a:off x="4632791" y="3729678"/>
            <a:ext cx="85828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accent3"/>
                </a:solidFill>
              </a:rPr>
              <a:t>Anand Vihar, Krishna Nagar, Patparganj</a:t>
            </a:r>
            <a:endParaRPr lang="en-US" sz="10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A4F21B1-2291-AA8E-7133-AE453D50E11D}"/>
              </a:ext>
            </a:extLst>
          </p:cNvPr>
          <p:cNvSpPr/>
          <p:nvPr/>
        </p:nvSpPr>
        <p:spPr>
          <a:xfrm>
            <a:off x="4015047" y="3557847"/>
            <a:ext cx="669446" cy="764771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227B73F-9C74-D4EA-E7F4-226950DC41EB}"/>
              </a:ext>
            </a:extLst>
          </p:cNvPr>
          <p:cNvSpPr/>
          <p:nvPr/>
        </p:nvSpPr>
        <p:spPr>
          <a:xfrm>
            <a:off x="3156758" y="4322618"/>
            <a:ext cx="377442" cy="370631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732DA9-5626-2B40-0A71-A4C078CC5D60}"/>
              </a:ext>
            </a:extLst>
          </p:cNvPr>
          <p:cNvSpPr txBox="1"/>
          <p:nvPr/>
        </p:nvSpPr>
        <p:spPr>
          <a:xfrm>
            <a:off x="2570659" y="4653049"/>
            <a:ext cx="85828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accent3"/>
                </a:solidFill>
              </a:rPr>
              <a:t>IGI Airport Area, </a:t>
            </a:r>
          </a:p>
          <a:p>
            <a:r>
              <a:rPr lang="en-US" sz="1000" b="1" dirty="0">
                <a:solidFill>
                  <a:schemeClr val="accent3"/>
                </a:solidFill>
              </a:rPr>
              <a:t>Mahipalpur</a:t>
            </a:r>
            <a:endParaRPr lang="en-US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4D42B7-D34E-0030-22CC-82AA70DC182A}"/>
              </a:ext>
            </a:extLst>
          </p:cNvPr>
          <p:cNvSpPr txBox="1"/>
          <p:nvPr/>
        </p:nvSpPr>
        <p:spPr>
          <a:xfrm>
            <a:off x="8420605" y="5874699"/>
            <a:ext cx="20054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" dirty="0"/>
              <a:t>Source:</a:t>
            </a:r>
          </a:p>
          <a:p>
            <a:pPr algn="r"/>
            <a:r>
              <a:rPr lang="en-US" sz="600" dirty="0"/>
              <a:t>Master Plan of Delhi 2041</a:t>
            </a:r>
          </a:p>
          <a:p>
            <a:pPr algn="r"/>
            <a:r>
              <a:rPr lang="en-US" sz="600" dirty="0"/>
              <a:t>NAQUIM Report on Aquifer Mapping and Ground Water Management Plan of NCT Delhi</a:t>
            </a:r>
            <a:endParaRPr lang="en-US" sz="600" dirty="0">
              <a:ea typeface="Calibri" panose="020F0502020204030204" pitchFamily="34" charset="0"/>
              <a:cs typeface="Leelawadee UI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517068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22D73E2-A3AF-CBB8-B03A-51C520FDAB99}"/>
              </a:ext>
            </a:extLst>
          </p:cNvPr>
          <p:cNvSpPr/>
          <p:nvPr/>
        </p:nvSpPr>
        <p:spPr>
          <a:xfrm>
            <a:off x="8916344" y="5575027"/>
            <a:ext cx="2398635" cy="68186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D117309E-CBD4-401E-1642-7BB37746D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758" y="-567947"/>
            <a:ext cx="11018221" cy="2665156"/>
          </a:xfrm>
        </p:spPr>
        <p:txBody>
          <a:bodyPr/>
          <a:lstStyle/>
          <a:p>
            <a:r>
              <a:rPr lang="en-US" dirty="0"/>
              <a:t>Groundwater Recharge Zones, Parks and Waterbodies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BE44FC-E43E-3153-168E-0A84BD9E65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39DAF0-3608-590B-B802-25A16CDDE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759" y="2355356"/>
            <a:ext cx="4321750" cy="39049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AB1A959-B009-E3F8-5D1D-02EFDF02D3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4573" y="2355354"/>
            <a:ext cx="2420407" cy="29677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F94C14F-AB8D-6AEA-69A3-FB02C22BA5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7868" y="2355355"/>
            <a:ext cx="4308476" cy="3904977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13B84FF0-224C-9F1E-B7BB-A7E713D08E0E}"/>
              </a:ext>
            </a:extLst>
          </p:cNvPr>
          <p:cNvSpPr/>
          <p:nvPr/>
        </p:nvSpPr>
        <p:spPr>
          <a:xfrm>
            <a:off x="8916344" y="5323114"/>
            <a:ext cx="2398636" cy="2519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8EA31DF-2124-B95A-B414-6868257A16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6344" y="5323114"/>
            <a:ext cx="1087627" cy="251913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776D1EDE-E8E6-8156-965E-FE773EACD9AD}"/>
              </a:ext>
            </a:extLst>
          </p:cNvPr>
          <p:cNvSpPr/>
          <p:nvPr/>
        </p:nvSpPr>
        <p:spPr>
          <a:xfrm>
            <a:off x="1362635" y="4383741"/>
            <a:ext cx="403412" cy="806824"/>
          </a:xfrm>
          <a:prstGeom prst="ellipse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A555CF3-0B37-E283-F406-72430CACFF0C}"/>
              </a:ext>
            </a:extLst>
          </p:cNvPr>
          <p:cNvSpPr txBox="1"/>
          <p:nvPr/>
        </p:nvSpPr>
        <p:spPr>
          <a:xfrm>
            <a:off x="546411" y="3808404"/>
            <a:ext cx="7940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accent3"/>
                </a:solidFill>
              </a:rPr>
              <a:t>Zone II: Najafgarh, </a:t>
            </a:r>
            <a:r>
              <a:rPr lang="en-US" sz="800" b="1" dirty="0" err="1">
                <a:solidFill>
                  <a:schemeClr val="accent3"/>
                </a:solidFill>
              </a:rPr>
              <a:t>Deenpur</a:t>
            </a:r>
            <a:r>
              <a:rPr lang="en-US" sz="800" b="1" dirty="0">
                <a:solidFill>
                  <a:schemeClr val="accent3"/>
                </a:solidFill>
              </a:rPr>
              <a:t>, </a:t>
            </a:r>
            <a:r>
              <a:rPr lang="en-US" sz="800" b="1" dirty="0" err="1">
                <a:solidFill>
                  <a:schemeClr val="accent3"/>
                </a:solidFill>
              </a:rPr>
              <a:t>Roshanpura</a:t>
            </a:r>
            <a:r>
              <a:rPr lang="en-US" sz="800" b="1" dirty="0">
                <a:solidFill>
                  <a:schemeClr val="accent3"/>
                </a:solidFill>
              </a:rPr>
              <a:t>,</a:t>
            </a:r>
          </a:p>
          <a:p>
            <a:r>
              <a:rPr lang="en-US" sz="800" b="1" dirty="0">
                <a:solidFill>
                  <a:schemeClr val="accent3"/>
                </a:solidFill>
              </a:rPr>
              <a:t>Shyam Vihar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214318E-E053-E8B4-7CAA-CBABF84DDF4E}"/>
              </a:ext>
            </a:extLst>
          </p:cNvPr>
          <p:cNvSpPr/>
          <p:nvPr/>
        </p:nvSpPr>
        <p:spPr>
          <a:xfrm>
            <a:off x="1906448" y="4516290"/>
            <a:ext cx="1569464" cy="1466814"/>
          </a:xfrm>
          <a:prstGeom prst="ellipse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2EC3108-64A3-DD41-9E99-E17492589FA9}"/>
              </a:ext>
            </a:extLst>
          </p:cNvPr>
          <p:cNvSpPr txBox="1"/>
          <p:nvPr/>
        </p:nvSpPr>
        <p:spPr>
          <a:xfrm>
            <a:off x="3285817" y="5651342"/>
            <a:ext cx="1569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accent3"/>
                </a:solidFill>
              </a:rPr>
              <a:t>Zone IV: Most parts of South and New Delhi suitable for recharge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A868D7A-472E-092B-B640-5825FC4E7228}"/>
              </a:ext>
            </a:extLst>
          </p:cNvPr>
          <p:cNvSpPr/>
          <p:nvPr/>
        </p:nvSpPr>
        <p:spPr>
          <a:xfrm>
            <a:off x="1906448" y="2705347"/>
            <a:ext cx="809822" cy="806824"/>
          </a:xfrm>
          <a:prstGeom prst="ellipse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591A837-C55E-46DE-E3EB-BAC46B755992}"/>
              </a:ext>
            </a:extLst>
          </p:cNvPr>
          <p:cNvSpPr txBox="1"/>
          <p:nvPr/>
        </p:nvSpPr>
        <p:spPr>
          <a:xfrm>
            <a:off x="2627612" y="2637464"/>
            <a:ext cx="12206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accent3"/>
                </a:solidFill>
              </a:rPr>
              <a:t>Zone IV: Narela, </a:t>
            </a:r>
            <a:r>
              <a:rPr lang="en-US" sz="800" b="1" dirty="0" err="1">
                <a:solidFill>
                  <a:schemeClr val="accent3"/>
                </a:solidFill>
              </a:rPr>
              <a:t>Bhaktawarpur</a:t>
            </a:r>
            <a:r>
              <a:rPr lang="en-US" sz="800" b="1" dirty="0">
                <a:solidFill>
                  <a:schemeClr val="accent3"/>
                </a:solidFill>
              </a:rPr>
              <a:t> Village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2129092D-BC5E-9712-9A06-DF042504E1A0}"/>
              </a:ext>
            </a:extLst>
          </p:cNvPr>
          <p:cNvSpPr/>
          <p:nvPr/>
        </p:nvSpPr>
        <p:spPr>
          <a:xfrm>
            <a:off x="5698834" y="4361955"/>
            <a:ext cx="403412" cy="806824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047E3DB-8B94-2A5F-9935-8BBF5546CD51}"/>
              </a:ext>
            </a:extLst>
          </p:cNvPr>
          <p:cNvSpPr/>
          <p:nvPr/>
        </p:nvSpPr>
        <p:spPr>
          <a:xfrm>
            <a:off x="6242647" y="4494504"/>
            <a:ext cx="1569464" cy="1466814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9B37C6A6-C360-4CA2-7A55-1A6A7C003F11}"/>
              </a:ext>
            </a:extLst>
          </p:cNvPr>
          <p:cNvSpPr/>
          <p:nvPr/>
        </p:nvSpPr>
        <p:spPr>
          <a:xfrm>
            <a:off x="6242647" y="2683561"/>
            <a:ext cx="809822" cy="806824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3D87709-83E8-4944-E105-B43EF7EDCECB}"/>
              </a:ext>
            </a:extLst>
          </p:cNvPr>
          <p:cNvSpPr txBox="1"/>
          <p:nvPr/>
        </p:nvSpPr>
        <p:spPr>
          <a:xfrm>
            <a:off x="6985976" y="2536070"/>
            <a:ext cx="12206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rgbClr val="00B050"/>
                </a:solidFill>
              </a:rPr>
              <a:t>Parks: Smriti Van Park, Netaji </a:t>
            </a:r>
            <a:r>
              <a:rPr lang="en-US" sz="800" b="1" dirty="0" err="1">
                <a:solidFill>
                  <a:srgbClr val="00B050"/>
                </a:solidFill>
              </a:rPr>
              <a:t>Subhashchandra</a:t>
            </a:r>
            <a:r>
              <a:rPr lang="en-US" sz="800" b="1" dirty="0">
                <a:solidFill>
                  <a:srgbClr val="00B050"/>
                </a:solidFill>
              </a:rPr>
              <a:t> Park, Bhatta Park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74FC3FF-855D-0310-2197-3AF01F505EA7}"/>
              </a:ext>
            </a:extLst>
          </p:cNvPr>
          <p:cNvSpPr txBox="1"/>
          <p:nvPr/>
        </p:nvSpPr>
        <p:spPr>
          <a:xfrm>
            <a:off x="4618509" y="3808404"/>
            <a:ext cx="12206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rgbClr val="00B050"/>
                </a:solidFill>
              </a:rPr>
              <a:t>Parks: Lokesh Park, </a:t>
            </a:r>
          </a:p>
          <a:p>
            <a:r>
              <a:rPr lang="en-US" sz="800" b="1" dirty="0" err="1">
                <a:solidFill>
                  <a:srgbClr val="00B050"/>
                </a:solidFill>
              </a:rPr>
              <a:t>A.Kamla</a:t>
            </a:r>
            <a:r>
              <a:rPr lang="en-US" sz="800" b="1" dirty="0">
                <a:solidFill>
                  <a:srgbClr val="00B050"/>
                </a:solidFill>
              </a:rPr>
              <a:t> Park, </a:t>
            </a:r>
            <a:br>
              <a:rPr lang="en-US" sz="800" b="1" dirty="0">
                <a:solidFill>
                  <a:srgbClr val="00B050"/>
                </a:solidFill>
              </a:rPr>
            </a:br>
            <a:r>
              <a:rPr lang="en-US" sz="800" b="1" dirty="0">
                <a:solidFill>
                  <a:srgbClr val="00B050"/>
                </a:solidFill>
              </a:rPr>
              <a:t>Ajay Park, </a:t>
            </a:r>
            <a:br>
              <a:rPr lang="en-US" sz="800" b="1" dirty="0">
                <a:solidFill>
                  <a:srgbClr val="00B050"/>
                </a:solidFill>
              </a:rPr>
            </a:br>
            <a:r>
              <a:rPr lang="en-US" sz="800" b="1" dirty="0">
                <a:solidFill>
                  <a:srgbClr val="00B050"/>
                </a:solidFill>
              </a:rPr>
              <a:t>Mitron Forest Park,</a:t>
            </a:r>
          </a:p>
          <a:p>
            <a:r>
              <a:rPr lang="en-US" sz="800" b="1" dirty="0">
                <a:solidFill>
                  <a:srgbClr val="00B050"/>
                </a:solidFill>
              </a:rPr>
              <a:t>Chawla Stand Park</a:t>
            </a:r>
          </a:p>
          <a:p>
            <a:endParaRPr lang="en-US" sz="800" b="1" dirty="0">
              <a:solidFill>
                <a:srgbClr val="00B05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3FCDF20-C26A-F455-0374-3407843D402D}"/>
              </a:ext>
            </a:extLst>
          </p:cNvPr>
          <p:cNvSpPr txBox="1"/>
          <p:nvPr/>
        </p:nvSpPr>
        <p:spPr>
          <a:xfrm>
            <a:off x="4634449" y="5327095"/>
            <a:ext cx="17222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rgbClr val="00B050"/>
                </a:solidFill>
              </a:rPr>
              <a:t>Parks: Lodhi Garden, </a:t>
            </a:r>
          </a:p>
          <a:p>
            <a:r>
              <a:rPr lang="en-US" sz="800" b="1" dirty="0">
                <a:solidFill>
                  <a:srgbClr val="00B050"/>
                </a:solidFill>
              </a:rPr>
              <a:t>Asola Wildlife Sanctuary, Garden of Five Senses, Sanjay Van, Nehru Park, Deer Park, </a:t>
            </a:r>
            <a:r>
              <a:rPr lang="en-US" sz="800" b="1" dirty="0" err="1">
                <a:solidFill>
                  <a:srgbClr val="00B050"/>
                </a:solidFill>
              </a:rPr>
              <a:t>Jahanpanah</a:t>
            </a:r>
            <a:r>
              <a:rPr lang="en-US" sz="800" b="1" dirty="0">
                <a:solidFill>
                  <a:srgbClr val="00B050"/>
                </a:solidFill>
              </a:rPr>
              <a:t> City Park, Hauz Khas District Park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244AFD5-5764-DA93-83E8-8E3EB53CB359}"/>
              </a:ext>
            </a:extLst>
          </p:cNvPr>
          <p:cNvSpPr txBox="1"/>
          <p:nvPr/>
        </p:nvSpPr>
        <p:spPr>
          <a:xfrm>
            <a:off x="2983730" y="2950879"/>
            <a:ext cx="12206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rgbClr val="0070C0"/>
                </a:solidFill>
              </a:rPr>
              <a:t>Waterbodies: Smriti Van Park, Netaji </a:t>
            </a:r>
            <a:r>
              <a:rPr lang="en-US" sz="800" b="1" dirty="0" err="1">
                <a:solidFill>
                  <a:srgbClr val="0070C0"/>
                </a:solidFill>
              </a:rPr>
              <a:t>Subhashchandra</a:t>
            </a:r>
            <a:r>
              <a:rPr lang="en-US" sz="800" b="1" dirty="0">
                <a:solidFill>
                  <a:srgbClr val="0070C0"/>
                </a:solidFill>
              </a:rPr>
              <a:t> Park, Bhatta Park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F36346C-185A-AE4F-7151-519C39323F50}"/>
              </a:ext>
            </a:extLst>
          </p:cNvPr>
          <p:cNvSpPr txBox="1"/>
          <p:nvPr/>
        </p:nvSpPr>
        <p:spPr>
          <a:xfrm>
            <a:off x="3643831" y="5100807"/>
            <a:ext cx="9215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rgbClr val="0070C0"/>
                </a:solidFill>
              </a:rPr>
              <a:t>Waterbodies: Hauz Khas Lake, Mehrauli Kishangarh Lake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08954F0-2327-59D2-452B-350A912E273B}"/>
              </a:ext>
            </a:extLst>
          </p:cNvPr>
          <p:cNvSpPr txBox="1"/>
          <p:nvPr/>
        </p:nvSpPr>
        <p:spPr>
          <a:xfrm>
            <a:off x="550463" y="3550257"/>
            <a:ext cx="9215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rgbClr val="0070C0"/>
                </a:solidFill>
              </a:rPr>
              <a:t>Waterbodies: Najafgarh Lake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6305BC-B689-3A7B-2812-EC05DC0D10D5}"/>
              </a:ext>
            </a:extLst>
          </p:cNvPr>
          <p:cNvSpPr txBox="1"/>
          <p:nvPr/>
        </p:nvSpPr>
        <p:spPr>
          <a:xfrm>
            <a:off x="9375292" y="5559169"/>
            <a:ext cx="20054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" dirty="0"/>
              <a:t>Source:</a:t>
            </a:r>
          </a:p>
          <a:p>
            <a:pPr algn="r"/>
            <a:r>
              <a:rPr lang="en-US" sz="600" dirty="0"/>
              <a:t>Master Plan of Delhi 2041</a:t>
            </a:r>
          </a:p>
          <a:p>
            <a:pPr algn="r"/>
            <a:r>
              <a:rPr lang="en-US" sz="600" dirty="0"/>
              <a:t>NAQUIM Report on Aquifer Mapping and Ground Water Management Plan of NCT Delhi</a:t>
            </a:r>
            <a:endParaRPr lang="en-US" sz="600" dirty="0">
              <a:ea typeface="Calibri" panose="020F0502020204030204" pitchFamily="34" charset="0"/>
              <a:cs typeface="Leelawadee UI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701710032"/>
      </p:ext>
    </p:extLst>
  </p:cSld>
  <p:clrMapOvr>
    <a:masterClrMapping/>
  </p:clrMapOvr>
</p:sld>
</file>

<file path=ppt/theme/theme1.xml><?xml version="1.0" encoding="utf-8"?>
<a:theme xmlns:a="http://schemas.openxmlformats.org/drawingml/2006/main" name="ModOverlayVTI">
  <a:themeElements>
    <a:clrScheme name="Custom 50">
      <a:dk1>
        <a:sysClr val="windowText" lastClr="000000"/>
      </a:dk1>
      <a:lt1>
        <a:srgbClr val="F4F2EC"/>
      </a:lt1>
      <a:dk2>
        <a:srgbClr val="09283F"/>
      </a:dk2>
      <a:lt2>
        <a:srgbClr val="FFFFFF"/>
      </a:lt2>
      <a:accent1>
        <a:srgbClr val="3C9A8F"/>
      </a:accent1>
      <a:accent2>
        <a:srgbClr val="18818C"/>
      </a:accent2>
      <a:accent3>
        <a:srgbClr val="800A2F"/>
      </a:accent3>
      <a:accent4>
        <a:srgbClr val="F6635C"/>
      </a:accent4>
      <a:accent5>
        <a:srgbClr val="F48E7C"/>
      </a:accent5>
      <a:accent6>
        <a:srgbClr val="DA9D16"/>
      </a:accent6>
      <a:hlink>
        <a:srgbClr val="ED621D"/>
      </a:hlink>
      <a:folHlink>
        <a:srgbClr val="A18A6D"/>
      </a:folHlink>
    </a:clrScheme>
    <a:fontScheme name="Elephant Arial Nova Light">
      <a:majorFont>
        <a:latin typeface="Elephan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OverlayVTI" id="{85202D65-63D3-4793-A090-FA8DF18DC0BE}" vid="{91924FCD-E846-48AE-B233-F25A78D18B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C5C2001-E626-4890-B405-22B5BD1CB0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0D7C3E5-1734-4636-9EC5-AEB06BF1FB20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5453AF4-4FB0-4B39-9296-55DED383E9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4389</TotalTime>
  <Words>702</Words>
  <Application>Microsoft Office PowerPoint</Application>
  <PresentationFormat>Widescreen</PresentationFormat>
  <Paragraphs>104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Nova Light</vt:lpstr>
      <vt:lpstr>Calibri</vt:lpstr>
      <vt:lpstr>Elephant</vt:lpstr>
      <vt:lpstr>ModOverlayVTI</vt:lpstr>
      <vt:lpstr>Delhi’s Groundwater Scenario</vt:lpstr>
      <vt:lpstr>Delhi Digital Elevation Map</vt:lpstr>
      <vt:lpstr>Delhi Built Up Area Growth Scenario</vt:lpstr>
      <vt:lpstr>Delhi Groundwater Scenario</vt:lpstr>
      <vt:lpstr>Delhi Industrial Areas</vt:lpstr>
      <vt:lpstr>Delhi Groundwater Quality</vt:lpstr>
      <vt:lpstr>Infiltration Rate of Groundwater</vt:lpstr>
      <vt:lpstr>Groundwater Recharge Zones, Parks and Waterbodies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Sharanya Sahu</dc:creator>
  <cp:lastModifiedBy>Sharanya Sahu</cp:lastModifiedBy>
  <cp:revision>2</cp:revision>
  <dcterms:created xsi:type="dcterms:W3CDTF">2025-07-10T06:45:07Z</dcterms:created>
  <dcterms:modified xsi:type="dcterms:W3CDTF">2026-01-03T00:42:47Z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