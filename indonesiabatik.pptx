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1" r:id="rId7"/>
    <p:sldId id="265" r:id="rId8"/>
    <p:sldId id="263" r:id="rId9"/>
    <p:sldId id="267" r:id="rId10"/>
    <p:sldId id="262" r:id="rId11"/>
    <p:sldId id="269" r:id="rId12"/>
    <p:sldId id="270" r:id="rId13"/>
    <p:sldId id="271" r:id="rId14"/>
    <p:sldId id="272" r:id="rId15"/>
    <p:sldId id="274" r:id="rId16"/>
    <p:sldId id="259" r:id="rId17"/>
    <p:sldId id="258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FFFFFF"/>
    <a:srgbClr val="FFFEFD"/>
    <a:srgbClr val="FBE3D6"/>
    <a:srgbClr val="000000"/>
    <a:srgbClr val="0068B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83788-C895-4206-9B43-E647C8063968}" v="1203" dt="2024-09-14T08:30:05.455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78170" autoAdjust="0"/>
  </p:normalViewPr>
  <p:slideViewPr>
    <p:cSldViewPr snapToGrid="0" showGuides="1">
      <p:cViewPr varScale="1">
        <p:scale>
          <a:sx n="64" d="100"/>
          <a:sy n="64" d="100"/>
        </p:scale>
        <p:origin x="1325" y="67"/>
      </p:cViewPr>
      <p:guideLst/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47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anya Sahu" userId="5c5397e115b556e9" providerId="LiveId" clId="{ABF83788-C895-4206-9B43-E647C8063968}"/>
    <pc:docChg chg="undo redo custSel addSld delSld modSld sldOrd modMainMaster">
      <pc:chgData name="Sharanya Sahu" userId="5c5397e115b556e9" providerId="LiveId" clId="{ABF83788-C895-4206-9B43-E647C8063968}" dt="2024-09-14T08:30:33.917" v="14650" actId="20577"/>
      <pc:docMkLst>
        <pc:docMk/>
      </pc:docMkLst>
      <pc:sldChg chg="addSp delSp modSp new mod setBg addAnim delAnim setClrOvrMap modNotesTx">
        <pc:chgData name="Sharanya Sahu" userId="5c5397e115b556e9" providerId="LiveId" clId="{ABF83788-C895-4206-9B43-E647C8063968}" dt="2024-09-13T11:28:58.024" v="14422" actId="1036"/>
        <pc:sldMkLst>
          <pc:docMk/>
          <pc:sldMk cId="2950403382" sldId="256"/>
        </pc:sldMkLst>
        <pc:spChg chg="mod">
          <ac:chgData name="Sharanya Sahu" userId="5c5397e115b556e9" providerId="LiveId" clId="{ABF83788-C895-4206-9B43-E647C8063968}" dt="2024-09-13T11:28:58.024" v="14422" actId="1036"/>
          <ac:spMkLst>
            <pc:docMk/>
            <pc:sldMk cId="2950403382" sldId="256"/>
            <ac:spMk id="2" creationId="{EDB5CB7C-33AC-0BE5-CE8D-41DCCB49E62C}"/>
          </ac:spMkLst>
        </pc:spChg>
        <pc:spChg chg="del mod">
          <ac:chgData name="Sharanya Sahu" userId="5c5397e115b556e9" providerId="LiveId" clId="{ABF83788-C895-4206-9B43-E647C8063968}" dt="2024-09-12T08:15:05.706" v="3224" actId="478"/>
          <ac:spMkLst>
            <pc:docMk/>
            <pc:sldMk cId="2950403382" sldId="256"/>
            <ac:spMk id="3" creationId="{87A2ECE0-DF15-B5E0-3B39-07572D67CE0E}"/>
          </ac:spMkLst>
        </pc:spChg>
        <pc:spChg chg="add del">
          <ac:chgData name="Sharanya Sahu" userId="5c5397e115b556e9" providerId="LiveId" clId="{ABF83788-C895-4206-9B43-E647C8063968}" dt="2024-09-12T14:56:52.658" v="6814" actId="26606"/>
          <ac:spMkLst>
            <pc:docMk/>
            <pc:sldMk cId="2950403382" sldId="256"/>
            <ac:spMk id="5124" creationId="{657F69E0-C4B0-4BEC-A689-4F8D877F05D4}"/>
          </ac:spMkLst>
        </pc:spChg>
        <pc:spChg chg="add del">
          <ac:chgData name="Sharanya Sahu" userId="5c5397e115b556e9" providerId="LiveId" clId="{ABF83788-C895-4206-9B43-E647C8063968}" dt="2024-09-12T08:14:48.218" v="3221" actId="26606"/>
          <ac:spMkLst>
            <pc:docMk/>
            <pc:sldMk cId="2950403382" sldId="256"/>
            <ac:spMk id="5127" creationId="{71B2258F-86CA-4D4D-8270-BC05FCDEBFB3}"/>
          </ac:spMkLst>
        </pc:spChg>
        <pc:spChg chg="add del">
          <ac:chgData name="Sharanya Sahu" userId="5c5397e115b556e9" providerId="LiveId" clId="{ABF83788-C895-4206-9B43-E647C8063968}" dt="2024-09-12T14:56:52.658" v="6814" actId="26606"/>
          <ac:spMkLst>
            <pc:docMk/>
            <pc:sldMk cId="2950403382" sldId="256"/>
            <ac:spMk id="5129" creationId="{9F6380B4-6A1C-481E-8408-B4E6C75B9B81}"/>
          </ac:spMkLst>
        </pc:spChg>
        <pc:spChg chg="add">
          <ac:chgData name="Sharanya Sahu" userId="5c5397e115b556e9" providerId="LiveId" clId="{ABF83788-C895-4206-9B43-E647C8063968}" dt="2024-09-12T14:56:52.658" v="6814" actId="26606"/>
          <ac:spMkLst>
            <pc:docMk/>
            <pc:sldMk cId="2950403382" sldId="256"/>
            <ac:spMk id="5134" creationId="{8A95209C-5275-4E15-8EA7-7F42980ABF2D}"/>
          </ac:spMkLst>
        </pc:spChg>
        <pc:spChg chg="add">
          <ac:chgData name="Sharanya Sahu" userId="5c5397e115b556e9" providerId="LiveId" clId="{ABF83788-C895-4206-9B43-E647C8063968}" dt="2024-09-12T14:56:52.658" v="6814" actId="26606"/>
          <ac:spMkLst>
            <pc:docMk/>
            <pc:sldMk cId="2950403382" sldId="256"/>
            <ac:spMk id="5136" creationId="{4F2ED431-E304-4FF0-9F4E-032783C9D612}"/>
          </ac:spMkLst>
        </pc:spChg>
        <pc:spChg chg="add">
          <ac:chgData name="Sharanya Sahu" userId="5c5397e115b556e9" providerId="LiveId" clId="{ABF83788-C895-4206-9B43-E647C8063968}" dt="2024-09-12T14:56:52.658" v="6814" actId="26606"/>
          <ac:spMkLst>
            <pc:docMk/>
            <pc:sldMk cId="2950403382" sldId="256"/>
            <ac:spMk id="5138" creationId="{4E87FCFB-2CCE-460D-B3DD-557C8BD1B94A}"/>
          </ac:spMkLst>
        </pc:spChg>
        <pc:picChg chg="add mod">
          <ac:chgData name="Sharanya Sahu" userId="5c5397e115b556e9" providerId="LiveId" clId="{ABF83788-C895-4206-9B43-E647C8063968}" dt="2024-09-12T14:56:35.171" v="6813" actId="26606"/>
          <ac:picMkLst>
            <pc:docMk/>
            <pc:sldMk cId="2950403382" sldId="256"/>
            <ac:picMk id="5122" creationId="{93CC4BA9-4FB4-CD6C-8E89-4A57F67E3851}"/>
          </ac:picMkLst>
        </pc:picChg>
      </pc:sldChg>
      <pc:sldChg chg="addSp delSp modSp new mod setBg modNotesTx">
        <pc:chgData name="Sharanya Sahu" userId="5c5397e115b556e9" providerId="LiveId" clId="{ABF83788-C895-4206-9B43-E647C8063968}" dt="2024-09-13T11:35:10.822" v="14563" actId="113"/>
        <pc:sldMkLst>
          <pc:docMk/>
          <pc:sldMk cId="475005142" sldId="257"/>
        </pc:sldMkLst>
        <pc:spChg chg="mod">
          <ac:chgData name="Sharanya Sahu" userId="5c5397e115b556e9" providerId="LiveId" clId="{ABF83788-C895-4206-9B43-E647C8063968}" dt="2024-09-12T15:02:20.009" v="6826" actId="20577"/>
          <ac:spMkLst>
            <pc:docMk/>
            <pc:sldMk cId="475005142" sldId="257"/>
            <ac:spMk id="2" creationId="{34DAC9CA-75BD-F3CE-AEAC-768C0B09F631}"/>
          </ac:spMkLst>
        </pc:spChg>
        <pc:spChg chg="add del mod">
          <ac:chgData name="Sharanya Sahu" userId="5c5397e115b556e9" providerId="LiveId" clId="{ABF83788-C895-4206-9B43-E647C8063968}" dt="2024-09-12T05:04:14.695" v="617"/>
          <ac:spMkLst>
            <pc:docMk/>
            <pc:sldMk cId="475005142" sldId="257"/>
            <ac:spMk id="3" creationId="{8F840923-B6F2-741C-FA5A-BDCAE5F857F8}"/>
          </ac:spMkLst>
        </pc:spChg>
        <pc:spChg chg="add mod ord">
          <ac:chgData name="Sharanya Sahu" userId="5c5397e115b556e9" providerId="LiveId" clId="{ABF83788-C895-4206-9B43-E647C8063968}" dt="2024-09-13T09:33:29.367" v="12079" actId="14100"/>
          <ac:spMkLst>
            <pc:docMk/>
            <pc:sldMk cId="475005142" sldId="257"/>
            <ac:spMk id="3" creationId="{DFB57A98-46AD-61C1-FE2A-EE63B036FA6C}"/>
          </ac:spMkLst>
        </pc:spChg>
        <pc:spChg chg="add">
          <ac:chgData name="Sharanya Sahu" userId="5c5397e115b556e9" providerId="LiveId" clId="{ABF83788-C895-4206-9B43-E647C8063968}" dt="2024-09-12T05:03:05.316" v="608"/>
          <ac:spMkLst>
            <pc:docMk/>
            <pc:sldMk cId="475005142" sldId="257"/>
            <ac:spMk id="4" creationId="{671110B0-C744-38BB-5EA5-F973029513C0}"/>
          </ac:spMkLst>
        </pc:spChg>
        <pc:spChg chg="add">
          <ac:chgData name="Sharanya Sahu" userId="5c5397e115b556e9" providerId="LiveId" clId="{ABF83788-C895-4206-9B43-E647C8063968}" dt="2024-09-12T05:03:05.316" v="608"/>
          <ac:spMkLst>
            <pc:docMk/>
            <pc:sldMk cId="475005142" sldId="257"/>
            <ac:spMk id="5" creationId="{B18C84A9-A831-A270-1186-B7D7564BE084}"/>
          </ac:spMkLst>
        </pc:spChg>
        <pc:spChg chg="add">
          <ac:chgData name="Sharanya Sahu" userId="5c5397e115b556e9" providerId="LiveId" clId="{ABF83788-C895-4206-9B43-E647C8063968}" dt="2024-09-12T05:03:05.316" v="608"/>
          <ac:spMkLst>
            <pc:docMk/>
            <pc:sldMk cId="475005142" sldId="257"/>
            <ac:spMk id="6" creationId="{94F253D0-DD0B-91AB-EAF8-BCD769C816C3}"/>
          </ac:spMkLst>
        </pc:spChg>
        <pc:spChg chg="add del mod">
          <ac:chgData name="Sharanya Sahu" userId="5c5397e115b556e9" providerId="LiveId" clId="{ABF83788-C895-4206-9B43-E647C8063968}" dt="2024-09-12T05:03:18.402" v="614"/>
          <ac:spMkLst>
            <pc:docMk/>
            <pc:sldMk cId="475005142" sldId="257"/>
            <ac:spMk id="7" creationId="{A34B7BD1-9C8C-A5DC-796A-93BE15699B09}"/>
          </ac:spMkLst>
        </pc:spChg>
        <pc:spChg chg="add del mod">
          <ac:chgData name="Sharanya Sahu" userId="5c5397e115b556e9" providerId="LiveId" clId="{ABF83788-C895-4206-9B43-E647C8063968}" dt="2024-09-12T05:03:18.245" v="613"/>
          <ac:spMkLst>
            <pc:docMk/>
            <pc:sldMk cId="475005142" sldId="257"/>
            <ac:spMk id="8" creationId="{448C8EA0-EB05-E52D-61F0-949B1BDFA50F}"/>
          </ac:spMkLst>
        </pc:spChg>
        <pc:spChg chg="add mod">
          <ac:chgData name="Sharanya Sahu" userId="5c5397e115b556e9" providerId="LiveId" clId="{ABF83788-C895-4206-9B43-E647C8063968}" dt="2024-09-12T05:03:18.073" v="612"/>
          <ac:spMkLst>
            <pc:docMk/>
            <pc:sldMk cId="475005142" sldId="257"/>
            <ac:spMk id="9" creationId="{9857B44A-A87E-458C-A656-014406311AF3}"/>
          </ac:spMkLst>
        </pc:spChg>
        <pc:spChg chg="add del mod">
          <ac:chgData name="Sharanya Sahu" userId="5c5397e115b556e9" providerId="LiveId" clId="{ABF83788-C895-4206-9B43-E647C8063968}" dt="2024-09-12T05:06:31.502" v="618" actId="22"/>
          <ac:spMkLst>
            <pc:docMk/>
            <pc:sldMk cId="475005142" sldId="257"/>
            <ac:spMk id="10" creationId="{927185AE-F47B-B046-1762-EFE75DB60BF6}"/>
          </ac:spMkLst>
        </pc:spChg>
        <pc:spChg chg="add mod ord">
          <ac:chgData name="Sharanya Sahu" userId="5c5397e115b556e9" providerId="LiveId" clId="{ABF83788-C895-4206-9B43-E647C8063968}" dt="2024-09-12T15:13:09.245" v="7048" actId="113"/>
          <ac:spMkLst>
            <pc:docMk/>
            <pc:sldMk cId="475005142" sldId="257"/>
            <ac:spMk id="15" creationId="{A8452D49-2052-5158-5418-6D364C9C06AD}"/>
          </ac:spMkLst>
        </pc:spChg>
        <pc:spChg chg="add del mod">
          <ac:chgData name="Sharanya Sahu" userId="5c5397e115b556e9" providerId="LiveId" clId="{ABF83788-C895-4206-9B43-E647C8063968}" dt="2024-09-12T06:37:48.903" v="646" actId="478"/>
          <ac:spMkLst>
            <pc:docMk/>
            <pc:sldMk cId="475005142" sldId="257"/>
            <ac:spMk id="16" creationId="{7318A929-22AA-8D0E-EE02-44C6BB9D0187}"/>
          </ac:spMkLst>
        </pc:spChg>
        <pc:spChg chg="add del">
          <ac:chgData name="Sharanya Sahu" userId="5c5397e115b556e9" providerId="LiveId" clId="{ABF83788-C895-4206-9B43-E647C8063968}" dt="2024-09-12T06:47:53.621" v="928" actId="478"/>
          <ac:spMkLst>
            <pc:docMk/>
            <pc:sldMk cId="475005142" sldId="257"/>
            <ac:spMk id="17" creationId="{7C847E97-7722-54F5-DCFE-4D07BB9E30B0}"/>
          </ac:spMkLst>
        </pc:spChg>
        <pc:spChg chg="add mod">
          <ac:chgData name="Sharanya Sahu" userId="5c5397e115b556e9" providerId="LiveId" clId="{ABF83788-C895-4206-9B43-E647C8063968}" dt="2024-09-12T07:04:41.249" v="1227" actId="1076"/>
          <ac:spMkLst>
            <pc:docMk/>
            <pc:sldMk cId="475005142" sldId="257"/>
            <ac:spMk id="18" creationId="{801B463C-51FE-C99F-3B7D-D18B6220C42B}"/>
          </ac:spMkLst>
        </pc:spChg>
        <pc:spChg chg="add mod">
          <ac:chgData name="Sharanya Sahu" userId="5c5397e115b556e9" providerId="LiveId" clId="{ABF83788-C895-4206-9B43-E647C8063968}" dt="2024-09-13T11:34:51.242" v="14557" actId="20577"/>
          <ac:spMkLst>
            <pc:docMk/>
            <pc:sldMk cId="475005142" sldId="257"/>
            <ac:spMk id="20" creationId="{768B5B14-BEB0-E36E-CAA2-E1A9D07E37BC}"/>
          </ac:spMkLst>
        </pc:spChg>
        <pc:spChg chg="add mod">
          <ac:chgData name="Sharanya Sahu" userId="5c5397e115b556e9" providerId="LiveId" clId="{ABF83788-C895-4206-9B43-E647C8063968}" dt="2024-09-13T11:35:10.822" v="14563" actId="113"/>
          <ac:spMkLst>
            <pc:docMk/>
            <pc:sldMk cId="475005142" sldId="257"/>
            <ac:spMk id="23" creationId="{51BEF1AC-B24C-39AF-4C30-2DA07FBA1C0D}"/>
          </ac:spMkLst>
        </pc:spChg>
        <pc:spChg chg="add del">
          <ac:chgData name="Sharanya Sahu" userId="5c5397e115b556e9" providerId="LiveId" clId="{ABF83788-C895-4206-9B43-E647C8063968}" dt="2024-09-12T08:10:24.559" v="3113" actId="26606"/>
          <ac:spMkLst>
            <pc:docMk/>
            <pc:sldMk cId="475005142" sldId="257"/>
            <ac:spMk id="2068" creationId="{04812C46-200A-4DEB-A05E-3ED6C68C2387}"/>
          </ac:spMkLst>
        </pc:spChg>
        <pc:spChg chg="add del">
          <ac:chgData name="Sharanya Sahu" userId="5c5397e115b556e9" providerId="LiveId" clId="{ABF83788-C895-4206-9B43-E647C8063968}" dt="2024-09-12T08:10:24.559" v="3113" actId="26606"/>
          <ac:spMkLst>
            <pc:docMk/>
            <pc:sldMk cId="475005142" sldId="257"/>
            <ac:spMk id="2070" creationId="{D1EA859B-E555-4109-94F3-6700E046E008}"/>
          </ac:spMkLst>
        </pc:spChg>
        <pc:spChg chg="add del">
          <ac:chgData name="Sharanya Sahu" userId="5c5397e115b556e9" providerId="LiveId" clId="{ABF83788-C895-4206-9B43-E647C8063968}" dt="2024-09-12T08:10:30.292" v="3115" actId="26606"/>
          <ac:spMkLst>
            <pc:docMk/>
            <pc:sldMk cId="475005142" sldId="257"/>
            <ac:spMk id="2072" creationId="{23E547B5-89CF-4EC0-96DE-25771AED0799}"/>
          </ac:spMkLst>
        </pc:spChg>
        <pc:spChg chg="add del">
          <ac:chgData name="Sharanya Sahu" userId="5c5397e115b556e9" providerId="LiveId" clId="{ABF83788-C895-4206-9B43-E647C8063968}" dt="2024-09-12T08:10:30.292" v="3115" actId="26606"/>
          <ac:spMkLst>
            <pc:docMk/>
            <pc:sldMk cId="475005142" sldId="257"/>
            <ac:spMk id="2073" creationId="{3F0B8CEB-8279-4E5E-A0CE-1FC9F71736F2}"/>
          </ac:spMkLst>
        </pc:spChg>
        <pc:spChg chg="add del">
          <ac:chgData name="Sharanya Sahu" userId="5c5397e115b556e9" providerId="LiveId" clId="{ABF83788-C895-4206-9B43-E647C8063968}" dt="2024-09-12T08:10:38.836" v="3119" actId="26606"/>
          <ac:spMkLst>
            <pc:docMk/>
            <pc:sldMk cId="475005142" sldId="257"/>
            <ac:spMk id="2074" creationId="{21BDEC81-16A7-4451-B893-C15000083B77}"/>
          </ac:spMkLst>
        </pc:spChg>
        <pc:spChg chg="add del">
          <ac:chgData name="Sharanya Sahu" userId="5c5397e115b556e9" providerId="LiveId" clId="{ABF83788-C895-4206-9B43-E647C8063968}" dt="2024-09-12T08:10:36.022" v="3117" actId="26606"/>
          <ac:spMkLst>
            <pc:docMk/>
            <pc:sldMk cId="475005142" sldId="257"/>
            <ac:spMk id="2075" creationId="{04812C46-200A-4DEB-A05E-3ED6C68C2387}"/>
          </ac:spMkLst>
        </pc:spChg>
        <pc:spChg chg="add del">
          <ac:chgData name="Sharanya Sahu" userId="5c5397e115b556e9" providerId="LiveId" clId="{ABF83788-C895-4206-9B43-E647C8063968}" dt="2024-09-12T08:10:36.022" v="3117" actId="26606"/>
          <ac:spMkLst>
            <pc:docMk/>
            <pc:sldMk cId="475005142" sldId="257"/>
            <ac:spMk id="2076" creationId="{D1EA859B-E555-4109-94F3-6700E046E008}"/>
          </ac:spMkLst>
        </pc:spChg>
        <pc:spChg chg="add del">
          <ac:chgData name="Sharanya Sahu" userId="5c5397e115b556e9" providerId="LiveId" clId="{ABF83788-C895-4206-9B43-E647C8063968}" dt="2024-09-12T08:10:38.836" v="3119" actId="26606"/>
          <ac:spMkLst>
            <pc:docMk/>
            <pc:sldMk cId="475005142" sldId="257"/>
            <ac:spMk id="2078" creationId="{0D7B6173-1D58-48E2-83CF-37350F315F75}"/>
          </ac:spMkLst>
        </pc:spChg>
        <pc:spChg chg="add del">
          <ac:chgData name="Sharanya Sahu" userId="5c5397e115b556e9" providerId="LiveId" clId="{ABF83788-C895-4206-9B43-E647C8063968}" dt="2024-09-12T08:10:38.836" v="3119" actId="26606"/>
          <ac:spMkLst>
            <pc:docMk/>
            <pc:sldMk cId="475005142" sldId="257"/>
            <ac:spMk id="2079" creationId="{BE149CDF-5DAC-4860-A285-9492CF2090AA}"/>
          </ac:spMkLst>
        </pc:spChg>
        <pc:spChg chg="add del">
          <ac:chgData name="Sharanya Sahu" userId="5c5397e115b556e9" providerId="LiveId" clId="{ABF83788-C895-4206-9B43-E647C8063968}" dt="2024-09-12T08:10:38.836" v="3119" actId="26606"/>
          <ac:spMkLst>
            <pc:docMk/>
            <pc:sldMk cId="475005142" sldId="257"/>
            <ac:spMk id="2081" creationId="{26A515A1-4D80-430E-BE0A-71A290516A82}"/>
          </ac:spMkLst>
        </pc:spChg>
        <pc:spChg chg="add del">
          <ac:chgData name="Sharanya Sahu" userId="5c5397e115b556e9" providerId="LiveId" clId="{ABF83788-C895-4206-9B43-E647C8063968}" dt="2024-09-12T08:10:42.604" v="3121" actId="26606"/>
          <ac:spMkLst>
            <pc:docMk/>
            <pc:sldMk cId="475005142" sldId="257"/>
            <ac:spMk id="2083" creationId="{C0763A76-9F1C-4FC5-82B7-DD475DA461B2}"/>
          </ac:spMkLst>
        </pc:spChg>
        <pc:spChg chg="add del">
          <ac:chgData name="Sharanya Sahu" userId="5c5397e115b556e9" providerId="LiveId" clId="{ABF83788-C895-4206-9B43-E647C8063968}" dt="2024-09-12T08:10:42.604" v="3121" actId="26606"/>
          <ac:spMkLst>
            <pc:docMk/>
            <pc:sldMk cId="475005142" sldId="257"/>
            <ac:spMk id="2084" creationId="{E81BF4F6-F2CF-4984-9D14-D6966D92F99F}"/>
          </ac:spMkLst>
        </pc:spChg>
        <pc:spChg chg="add del">
          <ac:chgData name="Sharanya Sahu" userId="5c5397e115b556e9" providerId="LiveId" clId="{ABF83788-C895-4206-9B43-E647C8063968}" dt="2024-09-12T08:10:50.721" v="3123" actId="26606"/>
          <ac:spMkLst>
            <pc:docMk/>
            <pc:sldMk cId="475005142" sldId="257"/>
            <ac:spMk id="2086" creationId="{9F7D5CDA-D291-4307-BF55-1381FED29634}"/>
          </ac:spMkLst>
        </pc:spChg>
        <pc:spChg chg="add del">
          <ac:chgData name="Sharanya Sahu" userId="5c5397e115b556e9" providerId="LiveId" clId="{ABF83788-C895-4206-9B43-E647C8063968}" dt="2024-09-12T08:10:50.721" v="3123" actId="26606"/>
          <ac:spMkLst>
            <pc:docMk/>
            <pc:sldMk cId="475005142" sldId="257"/>
            <ac:spMk id="2087" creationId="{59B296B9-C5A5-4E4F-9B60-C907B5F1466C}"/>
          </ac:spMkLst>
        </pc:spChg>
        <pc:spChg chg="add del">
          <ac:chgData name="Sharanya Sahu" userId="5c5397e115b556e9" providerId="LiveId" clId="{ABF83788-C895-4206-9B43-E647C8063968}" dt="2024-09-12T08:10:50.721" v="3123" actId="26606"/>
          <ac:spMkLst>
            <pc:docMk/>
            <pc:sldMk cId="475005142" sldId="257"/>
            <ac:spMk id="2088" creationId="{D0300FD3-5AF1-6305-15FA-9078072672E2}"/>
          </ac:spMkLst>
        </pc:spChg>
        <pc:spChg chg="add del">
          <ac:chgData name="Sharanya Sahu" userId="5c5397e115b556e9" providerId="LiveId" clId="{ABF83788-C895-4206-9B43-E647C8063968}" dt="2024-09-12T08:10:56.424" v="3125" actId="26606"/>
          <ac:spMkLst>
            <pc:docMk/>
            <pc:sldMk cId="475005142" sldId="257"/>
            <ac:spMk id="2090" creationId="{327D73B4-9F5C-4A64-A179-51B9500CB8B5}"/>
          </ac:spMkLst>
        </pc:spChg>
        <pc:spChg chg="add del">
          <ac:chgData name="Sharanya Sahu" userId="5c5397e115b556e9" providerId="LiveId" clId="{ABF83788-C895-4206-9B43-E647C8063968}" dt="2024-09-12T08:10:56.424" v="3125" actId="26606"/>
          <ac:spMkLst>
            <pc:docMk/>
            <pc:sldMk cId="475005142" sldId="257"/>
            <ac:spMk id="2091" creationId="{C1F06963-6374-4B48-844F-071A9BAAAE02}"/>
          </ac:spMkLst>
        </pc:spChg>
        <pc:spChg chg="add del">
          <ac:chgData name="Sharanya Sahu" userId="5c5397e115b556e9" providerId="LiveId" clId="{ABF83788-C895-4206-9B43-E647C8063968}" dt="2024-09-12T08:10:56.424" v="3125" actId="26606"/>
          <ac:spMkLst>
            <pc:docMk/>
            <pc:sldMk cId="475005142" sldId="257"/>
            <ac:spMk id="2092" creationId="{6CB927A4-E432-4310-9CD5-E89FF5063179}"/>
          </ac:spMkLst>
        </pc:spChg>
        <pc:spChg chg="add del">
          <ac:chgData name="Sharanya Sahu" userId="5c5397e115b556e9" providerId="LiveId" clId="{ABF83788-C895-4206-9B43-E647C8063968}" dt="2024-09-12T08:10:56.424" v="3125" actId="26606"/>
          <ac:spMkLst>
            <pc:docMk/>
            <pc:sldMk cId="475005142" sldId="257"/>
            <ac:spMk id="2093" creationId="{1453BF6C-B012-48B7-B4E8-6D7AC7C27D02}"/>
          </ac:spMkLst>
        </pc:spChg>
        <pc:spChg chg="add del">
          <ac:chgData name="Sharanya Sahu" userId="5c5397e115b556e9" providerId="LiveId" clId="{ABF83788-C895-4206-9B43-E647C8063968}" dt="2024-09-12T08:10:56.424" v="3125" actId="26606"/>
          <ac:spMkLst>
            <pc:docMk/>
            <pc:sldMk cId="475005142" sldId="257"/>
            <ac:spMk id="2094" creationId="{E3020543-B24B-4EC4-8FFC-8DD88EEA91A8}"/>
          </ac:spMkLst>
        </pc:spChg>
        <pc:picChg chg="add del mod ord">
          <ac:chgData name="Sharanya Sahu" userId="5c5397e115b556e9" providerId="LiveId" clId="{ABF83788-C895-4206-9B43-E647C8063968}" dt="2024-09-12T06:37:27.986" v="641" actId="478"/>
          <ac:picMkLst>
            <pc:docMk/>
            <pc:sldMk cId="475005142" sldId="257"/>
            <ac:picMk id="12" creationId="{6F03A288-73C5-A0D9-148F-F446D86758F8}"/>
          </ac:picMkLst>
        </pc:picChg>
        <pc:picChg chg="add del mod">
          <ac:chgData name="Sharanya Sahu" userId="5c5397e115b556e9" providerId="LiveId" clId="{ABF83788-C895-4206-9B43-E647C8063968}" dt="2024-09-12T06:39:17.185" v="673" actId="478"/>
          <ac:picMkLst>
            <pc:docMk/>
            <pc:sldMk cId="475005142" sldId="257"/>
            <ac:picMk id="14" creationId="{ABC0D01B-DBBB-B8D8-4169-A23DA188A64C}"/>
          </ac:picMkLst>
        </pc:picChg>
        <pc:picChg chg="add mod">
          <ac:chgData name="Sharanya Sahu" userId="5c5397e115b556e9" providerId="LiveId" clId="{ABF83788-C895-4206-9B43-E647C8063968}" dt="2024-09-13T11:32:21.568" v="14443" actId="1076"/>
          <ac:picMkLst>
            <pc:docMk/>
            <pc:sldMk cId="475005142" sldId="257"/>
            <ac:picMk id="19" creationId="{4DF718EE-FDA2-7931-1FA3-FFB050C6B979}"/>
          </ac:picMkLst>
        </pc:picChg>
        <pc:picChg chg="add mod ord">
          <ac:chgData name="Sharanya Sahu" userId="5c5397e115b556e9" providerId="LiveId" clId="{ABF83788-C895-4206-9B43-E647C8063968}" dt="2024-09-12T08:45:03.652" v="3436" actId="1076"/>
          <ac:picMkLst>
            <pc:docMk/>
            <pc:sldMk cId="475005142" sldId="257"/>
            <ac:picMk id="2063" creationId="{E6F7FA2D-7C71-322A-79A7-AA29D3D93DB1}"/>
          </ac:picMkLst>
        </pc:picChg>
        <pc:picChg chg="add del">
          <ac:chgData name="Sharanya Sahu" userId="5c5397e115b556e9" providerId="LiveId" clId="{ABF83788-C895-4206-9B43-E647C8063968}" dt="2024-09-12T08:10:38.836" v="3119" actId="26606"/>
          <ac:picMkLst>
            <pc:docMk/>
            <pc:sldMk cId="475005142" sldId="257"/>
            <ac:picMk id="2080" creationId="{B0DAC8FB-A162-44E3-A606-C855A03A5B09}"/>
          </ac:picMkLst>
        </pc:picChg>
        <pc:cxnChg chg="add del mod">
          <ac:chgData name="Sharanya Sahu" userId="5c5397e115b556e9" providerId="LiveId" clId="{ABF83788-C895-4206-9B43-E647C8063968}" dt="2024-09-13T07:17:13.539" v="10457" actId="478"/>
          <ac:cxnSpMkLst>
            <pc:docMk/>
            <pc:sldMk cId="475005142" sldId="257"/>
            <ac:cxnSpMk id="22" creationId="{46021683-0BE7-1296-FF7C-3D06BF040224}"/>
          </ac:cxnSpMkLst>
        </pc:cxnChg>
        <pc:cxnChg chg="add del">
          <ac:chgData name="Sharanya Sahu" userId="5c5397e115b556e9" providerId="LiveId" clId="{ABF83788-C895-4206-9B43-E647C8063968}" dt="2024-09-12T08:10:56.424" v="3125" actId="26606"/>
          <ac:cxnSpMkLst>
            <pc:docMk/>
            <pc:sldMk cId="475005142" sldId="257"/>
            <ac:cxnSpMk id="2095" creationId="{C49DA8F6-BCC1-4447-B54C-57856834B94B}"/>
          </ac:cxnSpMkLst>
        </pc:cxnChg>
      </pc:sldChg>
      <pc:sldChg chg="addSp delSp modSp new mod ord modNotesTx">
        <pc:chgData name="Sharanya Sahu" userId="5c5397e115b556e9" providerId="LiveId" clId="{ABF83788-C895-4206-9B43-E647C8063968}" dt="2024-09-13T11:21:11.768" v="14263" actId="1036"/>
        <pc:sldMkLst>
          <pc:docMk/>
          <pc:sldMk cId="741429534" sldId="258"/>
        </pc:sldMkLst>
        <pc:spChg chg="del mod">
          <ac:chgData name="Sharanya Sahu" userId="5c5397e115b556e9" providerId="LiveId" clId="{ABF83788-C895-4206-9B43-E647C8063968}" dt="2024-09-12T07:37:31.901" v="1965" actId="478"/>
          <ac:spMkLst>
            <pc:docMk/>
            <pc:sldMk cId="741429534" sldId="258"/>
            <ac:spMk id="2" creationId="{FC4E05A4-3F54-B6CD-0A8A-9EE09BB9FDB0}"/>
          </ac:spMkLst>
        </pc:spChg>
        <pc:spChg chg="del">
          <ac:chgData name="Sharanya Sahu" userId="5c5397e115b556e9" providerId="LiveId" clId="{ABF83788-C895-4206-9B43-E647C8063968}" dt="2024-09-12T06:49:34.420" v="957" actId="478"/>
          <ac:spMkLst>
            <pc:docMk/>
            <pc:sldMk cId="741429534" sldId="258"/>
            <ac:spMk id="3" creationId="{930ECE55-2FAB-B49F-6A18-FB785255E92C}"/>
          </ac:spMkLst>
        </pc:spChg>
        <pc:spChg chg="add del mod">
          <ac:chgData name="Sharanya Sahu" userId="5c5397e115b556e9" providerId="LiveId" clId="{ABF83788-C895-4206-9B43-E647C8063968}" dt="2024-09-12T07:04:07.721" v="1222" actId="478"/>
          <ac:spMkLst>
            <pc:docMk/>
            <pc:sldMk cId="741429534" sldId="258"/>
            <ac:spMk id="6" creationId="{E95B1679-2295-28A6-27AB-7AAA3C668589}"/>
          </ac:spMkLst>
        </pc:spChg>
        <pc:spChg chg="add del mod">
          <ac:chgData name="Sharanya Sahu" userId="5c5397e115b556e9" providerId="LiveId" clId="{ABF83788-C895-4206-9B43-E647C8063968}" dt="2024-09-12T07:13:58.882" v="1762" actId="478"/>
          <ac:spMkLst>
            <pc:docMk/>
            <pc:sldMk cId="741429534" sldId="258"/>
            <ac:spMk id="7" creationId="{93D4CB45-10A9-4BF3-3AC3-4B2941FDD496}"/>
          </ac:spMkLst>
        </pc:spChg>
        <pc:spChg chg="add mod">
          <ac:chgData name="Sharanya Sahu" userId="5c5397e115b556e9" providerId="LiveId" clId="{ABF83788-C895-4206-9B43-E647C8063968}" dt="2024-09-13T11:21:01.597" v="14248" actId="1036"/>
          <ac:spMkLst>
            <pc:docMk/>
            <pc:sldMk cId="741429534" sldId="258"/>
            <ac:spMk id="10" creationId="{DD39FECE-9730-90B9-ABD1-A81EB8F8AA22}"/>
          </ac:spMkLst>
        </pc:spChg>
        <pc:spChg chg="add del mod ord">
          <ac:chgData name="Sharanya Sahu" userId="5c5397e115b556e9" providerId="LiveId" clId="{ABF83788-C895-4206-9B43-E647C8063968}" dt="2024-09-12T07:13:22.536" v="1760" actId="478"/>
          <ac:spMkLst>
            <pc:docMk/>
            <pc:sldMk cId="741429534" sldId="258"/>
            <ac:spMk id="11" creationId="{2121F1DE-43E8-BF04-3C37-9C60401491BF}"/>
          </ac:spMkLst>
        </pc:spChg>
        <pc:spChg chg="add del mod">
          <ac:chgData name="Sharanya Sahu" userId="5c5397e115b556e9" providerId="LiveId" clId="{ABF83788-C895-4206-9B43-E647C8063968}" dt="2024-09-12T08:40:30.435" v="3355" actId="478"/>
          <ac:spMkLst>
            <pc:docMk/>
            <pc:sldMk cId="741429534" sldId="258"/>
            <ac:spMk id="16" creationId="{47B32BCB-17EF-4E74-8DB0-AD7681CE20A9}"/>
          </ac:spMkLst>
        </pc:spChg>
        <pc:spChg chg="add del mod">
          <ac:chgData name="Sharanya Sahu" userId="5c5397e115b556e9" providerId="LiveId" clId="{ABF83788-C895-4206-9B43-E647C8063968}" dt="2024-09-12T07:37:34.361" v="1966" actId="478"/>
          <ac:spMkLst>
            <pc:docMk/>
            <pc:sldMk cId="741429534" sldId="258"/>
            <ac:spMk id="18" creationId="{F299323F-0763-6E6D-9F44-6AA23CE9B70E}"/>
          </ac:spMkLst>
        </pc:spChg>
        <pc:spChg chg="add mod">
          <ac:chgData name="Sharanya Sahu" userId="5c5397e115b556e9" providerId="LiveId" clId="{ABF83788-C895-4206-9B43-E647C8063968}" dt="2024-09-13T11:21:11.768" v="14263" actId="1036"/>
          <ac:spMkLst>
            <pc:docMk/>
            <pc:sldMk cId="741429534" sldId="258"/>
            <ac:spMk id="19" creationId="{5C91F42F-9523-151F-2343-5925D4DF72D2}"/>
          </ac:spMkLst>
        </pc:spChg>
        <pc:picChg chg="add mod">
          <ac:chgData name="Sharanya Sahu" userId="5c5397e115b556e9" providerId="LiveId" clId="{ABF83788-C895-4206-9B43-E647C8063968}" dt="2024-09-13T11:21:04.824" v="14257" actId="1036"/>
          <ac:picMkLst>
            <pc:docMk/>
            <pc:sldMk cId="741429534" sldId="258"/>
            <ac:picMk id="3" creationId="{557248B2-1620-25B3-F059-6D66AECE8BE3}"/>
          </ac:picMkLst>
        </pc:picChg>
        <pc:picChg chg="add del mod">
          <ac:chgData name="Sharanya Sahu" userId="5c5397e115b556e9" providerId="LiveId" clId="{ABF83788-C895-4206-9B43-E647C8063968}" dt="2024-09-12T07:04:03.585" v="1221" actId="478"/>
          <ac:picMkLst>
            <pc:docMk/>
            <pc:sldMk cId="741429534" sldId="258"/>
            <ac:picMk id="4" creationId="{9B239B2D-6C1B-1CB9-F6C6-975149203662}"/>
          </ac:picMkLst>
        </pc:picChg>
        <pc:picChg chg="add del mod">
          <ac:chgData name="Sharanya Sahu" userId="5c5397e115b556e9" providerId="LiveId" clId="{ABF83788-C895-4206-9B43-E647C8063968}" dt="2024-09-12T07:30:03.221" v="1766" actId="478"/>
          <ac:picMkLst>
            <pc:docMk/>
            <pc:sldMk cId="741429534" sldId="258"/>
            <ac:picMk id="9" creationId="{889F7F56-0D7C-1EC4-E346-E3EA89975502}"/>
          </ac:picMkLst>
        </pc:picChg>
        <pc:picChg chg="add del mod">
          <ac:chgData name="Sharanya Sahu" userId="5c5397e115b556e9" providerId="LiveId" clId="{ABF83788-C895-4206-9B43-E647C8063968}" dt="2024-09-12T07:31:52.429" v="1779" actId="478"/>
          <ac:picMkLst>
            <pc:docMk/>
            <pc:sldMk cId="741429534" sldId="258"/>
            <ac:picMk id="13" creationId="{185454EC-0E81-EDC3-1AD5-1FB4F8434507}"/>
          </ac:picMkLst>
        </pc:picChg>
        <pc:picChg chg="add del mod ord">
          <ac:chgData name="Sharanya Sahu" userId="5c5397e115b556e9" providerId="LiveId" clId="{ABF83788-C895-4206-9B43-E647C8063968}" dt="2024-09-12T16:00:38.083" v="7403" actId="478"/>
          <ac:picMkLst>
            <pc:docMk/>
            <pc:sldMk cId="741429534" sldId="258"/>
            <ac:picMk id="15" creationId="{2361EB1E-1765-48D4-993F-55EB923EEFC1}"/>
          </ac:picMkLst>
        </pc:picChg>
      </pc:sldChg>
      <pc:sldChg chg="addSp delSp modSp new mod ord setBg modNotesTx">
        <pc:chgData name="Sharanya Sahu" userId="5c5397e115b556e9" providerId="LiveId" clId="{ABF83788-C895-4206-9B43-E647C8063968}" dt="2024-09-14T08:28:28.030" v="14581"/>
        <pc:sldMkLst>
          <pc:docMk/>
          <pc:sldMk cId="2732741579" sldId="259"/>
        </pc:sldMkLst>
        <pc:spChg chg="del">
          <ac:chgData name="Sharanya Sahu" userId="5c5397e115b556e9" providerId="LiveId" clId="{ABF83788-C895-4206-9B43-E647C8063968}" dt="2024-09-12T06:39:28.746" v="676" actId="26606"/>
          <ac:spMkLst>
            <pc:docMk/>
            <pc:sldMk cId="2732741579" sldId="259"/>
            <ac:spMk id="2" creationId="{EED62A44-F90F-2DF7-4A80-F918F0DCCD16}"/>
          </ac:spMkLst>
        </pc:spChg>
        <pc:spChg chg="del">
          <ac:chgData name="Sharanya Sahu" userId="5c5397e115b556e9" providerId="LiveId" clId="{ABF83788-C895-4206-9B43-E647C8063968}" dt="2024-09-12T06:39:28.746" v="676" actId="26606"/>
          <ac:spMkLst>
            <pc:docMk/>
            <pc:sldMk cId="2732741579" sldId="259"/>
            <ac:spMk id="3" creationId="{CBD33BBC-35BC-31E5-BA26-B428D98B24EB}"/>
          </ac:spMkLst>
        </pc:spChg>
        <pc:spChg chg="add mod ord">
          <ac:chgData name="Sharanya Sahu" userId="5c5397e115b556e9" providerId="LiveId" clId="{ABF83788-C895-4206-9B43-E647C8063968}" dt="2024-09-13T11:23:07.239" v="14360" actId="1035"/>
          <ac:spMkLst>
            <pc:docMk/>
            <pc:sldMk cId="2732741579" sldId="259"/>
            <ac:spMk id="6" creationId="{25D60B07-5506-6C06-7755-9C44E08ED0E3}"/>
          </ac:spMkLst>
        </pc:spChg>
        <pc:spChg chg="add del">
          <ac:chgData name="Sharanya Sahu" userId="5c5397e115b556e9" providerId="LiveId" clId="{ABF83788-C895-4206-9B43-E647C8063968}" dt="2024-09-12T06:56:01.061" v="1100" actId="26606"/>
          <ac:spMkLst>
            <pc:docMk/>
            <pc:sldMk cId="2732741579" sldId="259"/>
            <ac:spMk id="9" creationId="{42A4FC2C-047E-45A5-965D-8E1E3BF09BC6}"/>
          </ac:spMkLst>
        </pc:spChg>
        <pc:spChg chg="add del mod">
          <ac:chgData name="Sharanya Sahu" userId="5c5397e115b556e9" providerId="LiveId" clId="{ABF83788-C895-4206-9B43-E647C8063968}" dt="2024-09-12T06:58:39.501" v="1153" actId="478"/>
          <ac:spMkLst>
            <pc:docMk/>
            <pc:sldMk cId="2732741579" sldId="259"/>
            <ac:spMk id="11" creationId="{5AC27A45-2DB0-52F8-C1E7-3CC3198504DD}"/>
          </ac:spMkLst>
        </pc:spChg>
        <pc:spChg chg="add del mod">
          <ac:chgData name="Sharanya Sahu" userId="5c5397e115b556e9" providerId="LiveId" clId="{ABF83788-C895-4206-9B43-E647C8063968}" dt="2024-09-12T06:59:02.156" v="1157" actId="478"/>
          <ac:spMkLst>
            <pc:docMk/>
            <pc:sldMk cId="2732741579" sldId="259"/>
            <ac:spMk id="13" creationId="{CA8D1E43-12CF-A763-D197-011CD7B40A8E}"/>
          </ac:spMkLst>
        </pc:spChg>
        <pc:spChg chg="add del">
          <ac:chgData name="Sharanya Sahu" userId="5c5397e115b556e9" providerId="LiveId" clId="{ABF83788-C895-4206-9B43-E647C8063968}" dt="2024-09-12T06:55:16.972" v="1086" actId="26606"/>
          <ac:spMkLst>
            <pc:docMk/>
            <pc:sldMk cId="2732741579" sldId="259"/>
            <ac:spMk id="14" creationId="{96CF2A2B-0745-440C-9224-C5C6A0A4286F}"/>
          </ac:spMkLst>
        </pc:spChg>
        <pc:spChg chg="add del">
          <ac:chgData name="Sharanya Sahu" userId="5c5397e115b556e9" providerId="LiveId" clId="{ABF83788-C895-4206-9B43-E647C8063968}" dt="2024-09-12T06:55:16.972" v="1086" actId="26606"/>
          <ac:spMkLst>
            <pc:docMk/>
            <pc:sldMk cId="2732741579" sldId="259"/>
            <ac:spMk id="16" creationId="{75BE6D6B-84C9-4D2B-97EB-773B7369EF82}"/>
          </ac:spMkLst>
        </pc:spChg>
        <pc:spChg chg="add del">
          <ac:chgData name="Sharanya Sahu" userId="5c5397e115b556e9" providerId="LiveId" clId="{ABF83788-C895-4206-9B43-E647C8063968}" dt="2024-09-12T06:55:26.920" v="1088" actId="26606"/>
          <ac:spMkLst>
            <pc:docMk/>
            <pc:sldMk cId="2732741579" sldId="259"/>
            <ac:spMk id="18" creationId="{D1A4588A-55D5-49B8-BE41-54ACDCFF2C17}"/>
          </ac:spMkLst>
        </pc:spChg>
        <pc:spChg chg="add del">
          <ac:chgData name="Sharanya Sahu" userId="5c5397e115b556e9" providerId="LiveId" clId="{ABF83788-C895-4206-9B43-E647C8063968}" dt="2024-09-12T06:55:26.920" v="1088" actId="26606"/>
          <ac:spMkLst>
            <pc:docMk/>
            <pc:sldMk cId="2732741579" sldId="259"/>
            <ac:spMk id="19" creationId="{F97E7EA2-EDCD-47E9-81BC-415C606D1B58}"/>
          </ac:spMkLst>
        </pc:spChg>
        <pc:spChg chg="add del">
          <ac:chgData name="Sharanya Sahu" userId="5c5397e115b556e9" providerId="LiveId" clId="{ABF83788-C895-4206-9B43-E647C8063968}" dt="2024-09-12T06:56:00.070" v="1098" actId="26606"/>
          <ac:spMkLst>
            <pc:docMk/>
            <pc:sldMk cId="2732741579" sldId="259"/>
            <ac:spMk id="29" creationId="{3540989C-C7B8-473B-BF87-6F2DA6A90006}"/>
          </ac:spMkLst>
        </pc:spChg>
        <pc:spChg chg="add del">
          <ac:chgData name="Sharanya Sahu" userId="5c5397e115b556e9" providerId="LiveId" clId="{ABF83788-C895-4206-9B43-E647C8063968}" dt="2024-09-12T06:56:00.070" v="1098" actId="26606"/>
          <ac:spMkLst>
            <pc:docMk/>
            <pc:sldMk cId="2732741579" sldId="259"/>
            <ac:spMk id="37" creationId="{B1595A09-E336-4D1B-9B3A-06A2287A54E2}"/>
          </ac:spMkLst>
        </pc:spChg>
        <pc:grpChg chg="add del">
          <ac:chgData name="Sharanya Sahu" userId="5c5397e115b556e9" providerId="LiveId" clId="{ABF83788-C895-4206-9B43-E647C8063968}" dt="2024-09-12T06:56:01.061" v="1100" actId="26606"/>
          <ac:grpSpMkLst>
            <pc:docMk/>
            <pc:sldMk cId="2732741579" sldId="259"/>
            <ac:grpSpMk id="21" creationId="{6258F736-B256-8039-9DC6-F4E49A5C5AD5}"/>
          </ac:grpSpMkLst>
        </pc:grpChg>
        <pc:grpChg chg="add del">
          <ac:chgData name="Sharanya Sahu" userId="5c5397e115b556e9" providerId="LiveId" clId="{ABF83788-C895-4206-9B43-E647C8063968}" dt="2024-09-12T06:55:50.795" v="1092" actId="26606"/>
          <ac:grpSpMkLst>
            <pc:docMk/>
            <pc:sldMk cId="2732741579" sldId="259"/>
            <ac:grpSpMk id="27" creationId="{114ED94A-C85D-4CD3-4205-438D21CE6B38}"/>
          </ac:grpSpMkLst>
        </pc:grpChg>
        <pc:grpChg chg="add del">
          <ac:chgData name="Sharanya Sahu" userId="5c5397e115b556e9" providerId="LiveId" clId="{ABF83788-C895-4206-9B43-E647C8063968}" dt="2024-09-12T06:55:51.908" v="1094" actId="26606"/>
          <ac:grpSpMkLst>
            <pc:docMk/>
            <pc:sldMk cId="2732741579" sldId="259"/>
            <ac:grpSpMk id="33" creationId="{6258F736-B256-8039-9DC6-F4E49A5C5AD5}"/>
          </ac:grpSpMkLst>
        </pc:grpChg>
        <pc:picChg chg="add del mod ord">
          <ac:chgData name="Sharanya Sahu" userId="5c5397e115b556e9" providerId="LiveId" clId="{ABF83788-C895-4206-9B43-E647C8063968}" dt="2024-09-12T06:58:49.873" v="1156" actId="478"/>
          <ac:picMkLst>
            <pc:docMk/>
            <pc:sldMk cId="2732741579" sldId="259"/>
            <ac:picMk id="4" creationId="{417C3BA3-3BA3-E02E-3A14-304668DA2D27}"/>
          </ac:picMkLst>
        </pc:picChg>
        <pc:picChg chg="add mod ord">
          <ac:chgData name="Sharanya Sahu" userId="5c5397e115b556e9" providerId="LiveId" clId="{ABF83788-C895-4206-9B43-E647C8063968}" dt="2024-09-12T06:59:30.960" v="1162" actId="14100"/>
          <ac:picMkLst>
            <pc:docMk/>
            <pc:sldMk cId="2732741579" sldId="259"/>
            <ac:picMk id="8" creationId="{01736EA7-E3AA-C28C-52A8-4663DF66D96D}"/>
          </ac:picMkLst>
        </pc:picChg>
      </pc:sldChg>
      <pc:sldChg chg="addSp delSp modSp new del mod setBg">
        <pc:chgData name="Sharanya Sahu" userId="5c5397e115b556e9" providerId="LiveId" clId="{ABF83788-C895-4206-9B43-E647C8063968}" dt="2024-09-12T08:48:51.971" v="3742" actId="47"/>
        <pc:sldMkLst>
          <pc:docMk/>
          <pc:sldMk cId="1968053983" sldId="260"/>
        </pc:sldMkLst>
        <pc:spChg chg="mod">
          <ac:chgData name="Sharanya Sahu" userId="5c5397e115b556e9" providerId="LiveId" clId="{ABF83788-C895-4206-9B43-E647C8063968}" dt="2024-09-12T07:43:11.177" v="2162" actId="26606"/>
          <ac:spMkLst>
            <pc:docMk/>
            <pc:sldMk cId="1968053983" sldId="260"/>
            <ac:spMk id="2" creationId="{3B6A1D79-D650-CD80-8211-E14520B1F433}"/>
          </ac:spMkLst>
        </pc:spChg>
        <pc:spChg chg="mod ord">
          <ac:chgData name="Sharanya Sahu" userId="5c5397e115b556e9" providerId="LiveId" clId="{ABF83788-C895-4206-9B43-E647C8063968}" dt="2024-09-12T07:49:55.467" v="2165" actId="5793"/>
          <ac:spMkLst>
            <pc:docMk/>
            <pc:sldMk cId="1968053983" sldId="260"/>
            <ac:spMk id="3" creationId="{A0396ABC-DECD-16A4-46E4-C5E712CD2FB6}"/>
          </ac:spMkLst>
        </pc:spChg>
        <pc:spChg chg="add del mod">
          <ac:chgData name="Sharanya Sahu" userId="5c5397e115b556e9" providerId="LiveId" clId="{ABF83788-C895-4206-9B43-E647C8063968}" dt="2024-09-12T07:43:11.177" v="2162" actId="26606"/>
          <ac:spMkLst>
            <pc:docMk/>
            <pc:sldMk cId="1968053983" sldId="260"/>
            <ac:spMk id="5" creationId="{801B463C-51FE-C99F-3B7D-D18B6220C42B}"/>
          </ac:spMkLst>
        </pc:spChg>
        <pc:spChg chg="add del">
          <ac:chgData name="Sharanya Sahu" userId="5c5397e115b556e9" providerId="LiveId" clId="{ABF83788-C895-4206-9B43-E647C8063968}" dt="2024-09-12T07:43:11.163" v="2161" actId="26606"/>
          <ac:spMkLst>
            <pc:docMk/>
            <pc:sldMk cId="1968053983" sldId="260"/>
            <ac:spMk id="10" creationId="{1B15ED52-F352-441B-82BF-E0EA34836D08}"/>
          </ac:spMkLst>
        </pc:spChg>
        <pc:spChg chg="add del">
          <ac:chgData name="Sharanya Sahu" userId="5c5397e115b556e9" providerId="LiveId" clId="{ABF83788-C895-4206-9B43-E647C8063968}" dt="2024-09-12T07:43:11.163" v="2161" actId="26606"/>
          <ac:spMkLst>
            <pc:docMk/>
            <pc:sldMk cId="1968053983" sldId="260"/>
            <ac:spMk id="12" creationId="{3B2E3793-BFE6-45A2-9B7B-E18844431C99}"/>
          </ac:spMkLst>
        </pc:spChg>
        <pc:spChg chg="add del">
          <ac:chgData name="Sharanya Sahu" userId="5c5397e115b556e9" providerId="LiveId" clId="{ABF83788-C895-4206-9B43-E647C8063968}" dt="2024-09-12T07:43:11.163" v="2161" actId="26606"/>
          <ac:spMkLst>
            <pc:docMk/>
            <pc:sldMk cId="1968053983" sldId="260"/>
            <ac:spMk id="14" creationId="{BC4C4868-CB8F-4AF9-9CDB-8108F2C19B67}"/>
          </ac:spMkLst>
        </pc:spChg>
        <pc:spChg chg="add del">
          <ac:chgData name="Sharanya Sahu" userId="5c5397e115b556e9" providerId="LiveId" clId="{ABF83788-C895-4206-9B43-E647C8063968}" dt="2024-09-12T07:43:11.163" v="2161" actId="26606"/>
          <ac:spMkLst>
            <pc:docMk/>
            <pc:sldMk cId="1968053983" sldId="260"/>
            <ac:spMk id="16" creationId="{375E0459-6403-40CD-989D-56A4407CA12E}"/>
          </ac:spMkLst>
        </pc:spChg>
        <pc:spChg chg="add del">
          <ac:chgData name="Sharanya Sahu" userId="5c5397e115b556e9" providerId="LiveId" clId="{ABF83788-C895-4206-9B43-E647C8063968}" dt="2024-09-12T07:43:11.163" v="2161" actId="26606"/>
          <ac:spMkLst>
            <pc:docMk/>
            <pc:sldMk cId="1968053983" sldId="260"/>
            <ac:spMk id="18" creationId="{53E5B1A8-3AC9-4BD1-9BBC-78CA94F2D1BA}"/>
          </ac:spMkLst>
        </pc:spChg>
        <pc:spChg chg="add">
          <ac:chgData name="Sharanya Sahu" userId="5c5397e115b556e9" providerId="LiveId" clId="{ABF83788-C895-4206-9B43-E647C8063968}" dt="2024-09-12T07:43:11.177" v="2162" actId="26606"/>
          <ac:spMkLst>
            <pc:docMk/>
            <pc:sldMk cId="1968053983" sldId="260"/>
            <ac:spMk id="20" creationId="{2596F992-698C-48C0-9D89-70DA4CE927EF}"/>
          </ac:spMkLst>
        </pc:spChg>
        <pc:spChg chg="add">
          <ac:chgData name="Sharanya Sahu" userId="5c5397e115b556e9" providerId="LiveId" clId="{ABF83788-C895-4206-9B43-E647C8063968}" dt="2024-09-12T07:43:11.177" v="2162" actId="26606"/>
          <ac:spMkLst>
            <pc:docMk/>
            <pc:sldMk cId="1968053983" sldId="260"/>
            <ac:spMk id="21" creationId="{E7BFF8DC-0AE7-4AD2-9B28-2E5F26D62C30}"/>
          </ac:spMkLst>
        </pc:spChg>
        <pc:spChg chg="add">
          <ac:chgData name="Sharanya Sahu" userId="5c5397e115b556e9" providerId="LiveId" clId="{ABF83788-C895-4206-9B43-E647C8063968}" dt="2024-09-12T07:43:11.177" v="2162" actId="26606"/>
          <ac:spMkLst>
            <pc:docMk/>
            <pc:sldMk cId="1968053983" sldId="260"/>
            <ac:spMk id="22" creationId="{7E0162AD-C6E5-4BF8-A453-76ADB36877D3}"/>
          </ac:spMkLst>
        </pc:spChg>
        <pc:picChg chg="add mod">
          <ac:chgData name="Sharanya Sahu" userId="5c5397e115b556e9" providerId="LiveId" clId="{ABF83788-C895-4206-9B43-E647C8063968}" dt="2024-09-12T07:43:11.177" v="2162" actId="26606"/>
          <ac:picMkLst>
            <pc:docMk/>
            <pc:sldMk cId="1968053983" sldId="260"/>
            <ac:picMk id="4" creationId="{B451B783-3681-8335-40E6-544E5A63F76A}"/>
          </ac:picMkLst>
        </pc:picChg>
      </pc:sldChg>
      <pc:sldChg chg="addSp delSp modSp new mod setBg setClrOvrMap modNotesTx">
        <pc:chgData name="Sharanya Sahu" userId="5c5397e115b556e9" providerId="LiveId" clId="{ABF83788-C895-4206-9B43-E647C8063968}" dt="2024-09-13T07:08:49.176" v="10287"/>
        <pc:sldMkLst>
          <pc:docMk/>
          <pc:sldMk cId="3697962643" sldId="261"/>
        </pc:sldMkLst>
        <pc:spChg chg="mod">
          <ac:chgData name="Sharanya Sahu" userId="5c5397e115b556e9" providerId="LiveId" clId="{ABF83788-C895-4206-9B43-E647C8063968}" dt="2024-09-13T06:39:25.097" v="9851" actId="26606"/>
          <ac:spMkLst>
            <pc:docMk/>
            <pc:sldMk cId="3697962643" sldId="261"/>
            <ac:spMk id="2" creationId="{97EAF8AF-6C17-AFE6-F7BB-192701B8F7F7}"/>
          </ac:spMkLst>
        </pc:spChg>
        <pc:spChg chg="del">
          <ac:chgData name="Sharanya Sahu" userId="5c5397e115b556e9" providerId="LiveId" clId="{ABF83788-C895-4206-9B43-E647C8063968}" dt="2024-09-12T07:50:55.541" v="2173" actId="478"/>
          <ac:spMkLst>
            <pc:docMk/>
            <pc:sldMk cId="3697962643" sldId="261"/>
            <ac:spMk id="3" creationId="{CC01CE6C-E6AD-C889-C083-2BC157FE9A62}"/>
          </ac:spMkLst>
        </pc:spChg>
        <pc:spChg chg="add del mod">
          <ac:chgData name="Sharanya Sahu" userId="5c5397e115b556e9" providerId="LiveId" clId="{ABF83788-C895-4206-9B43-E647C8063968}" dt="2024-09-13T06:24:21.347" v="9634" actId="478"/>
          <ac:spMkLst>
            <pc:docMk/>
            <pc:sldMk cId="3697962643" sldId="261"/>
            <ac:spMk id="3" creationId="{D9FFD408-B563-19BC-913C-D57CF70A05B7}"/>
          </ac:spMkLst>
        </pc:spChg>
        <pc:spChg chg="add del mod">
          <ac:chgData name="Sharanya Sahu" userId="5c5397e115b556e9" providerId="LiveId" clId="{ABF83788-C895-4206-9B43-E647C8063968}" dt="2024-09-13T06:35:29.798" v="9789" actId="26606"/>
          <ac:spMkLst>
            <pc:docMk/>
            <pc:sldMk cId="3697962643" sldId="261"/>
            <ac:spMk id="5" creationId="{12EFE694-8665-3DA2-64D0-E552419F2C42}"/>
          </ac:spMkLst>
        </pc:spChg>
        <pc:spChg chg="add del">
          <ac:chgData name="Sharanya Sahu" userId="5c5397e115b556e9" providerId="LiveId" clId="{ABF83788-C895-4206-9B43-E647C8063968}" dt="2024-09-13T06:33:57.146" v="9772" actId="26606"/>
          <ac:spMkLst>
            <pc:docMk/>
            <pc:sldMk cId="3697962643" sldId="261"/>
            <ac:spMk id="11" creationId="{5C8908E2-EE49-44D2-9428-A28D2312A8D5}"/>
          </ac:spMkLst>
        </pc:spChg>
        <pc:spChg chg="add del">
          <ac:chgData name="Sharanya Sahu" userId="5c5397e115b556e9" providerId="LiveId" clId="{ABF83788-C895-4206-9B43-E647C8063968}" dt="2024-09-13T06:28:24.002" v="9746" actId="26606"/>
          <ac:spMkLst>
            <pc:docMk/>
            <pc:sldMk cId="3697962643" sldId="261"/>
            <ac:spMk id="12" creationId="{B50AB553-2A96-4A92-96F2-93548E096954}"/>
          </ac:spMkLst>
        </pc:spChg>
        <pc:spChg chg="add del">
          <ac:chgData name="Sharanya Sahu" userId="5c5397e115b556e9" providerId="LiveId" clId="{ABF83788-C895-4206-9B43-E647C8063968}" dt="2024-09-13T06:33:57.146" v="9772" actId="26606"/>
          <ac:spMkLst>
            <pc:docMk/>
            <pc:sldMk cId="3697962643" sldId="261"/>
            <ac:spMk id="17" creationId="{7449A6C7-D15F-4AA5-BFA5-71A404B47016}"/>
          </ac:spMkLst>
        </pc:spChg>
        <pc:spChg chg="add del">
          <ac:chgData name="Sharanya Sahu" userId="5c5397e115b556e9" providerId="LiveId" clId="{ABF83788-C895-4206-9B43-E647C8063968}" dt="2024-09-13T06:33:57.146" v="9772" actId="26606"/>
          <ac:spMkLst>
            <pc:docMk/>
            <pc:sldMk cId="3697962643" sldId="261"/>
            <ac:spMk id="19" creationId="{ED888B23-07FA-482A-96DF-47E31AF1A603}"/>
          </ac:spMkLst>
        </pc:spChg>
        <pc:spChg chg="add">
          <ac:chgData name="Sharanya Sahu" userId="5c5397e115b556e9" providerId="LiveId" clId="{ABF83788-C895-4206-9B43-E647C8063968}" dt="2024-09-13T06:39:25.097" v="9851" actId="26606"/>
          <ac:spMkLst>
            <pc:docMk/>
            <pc:sldMk cId="3697962643" sldId="261"/>
            <ac:spMk id="1035" creationId="{B50AB553-2A96-4A92-96F2-93548E096954}"/>
          </ac:spMkLst>
        </pc:spChg>
        <pc:grpChg chg="add del">
          <ac:chgData name="Sharanya Sahu" userId="5c5397e115b556e9" providerId="LiveId" clId="{ABF83788-C895-4206-9B43-E647C8063968}" dt="2024-09-13T06:33:57.146" v="9772" actId="26606"/>
          <ac:grpSpMkLst>
            <pc:docMk/>
            <pc:sldMk cId="3697962643" sldId="261"/>
            <ac:grpSpMk id="13" creationId="{05314994-6337-4875-8CF5-652CAFE8342C}"/>
          </ac:grpSpMkLst>
        </pc:grpChg>
        <pc:graphicFrameChg chg="add del mod">
          <ac:chgData name="Sharanya Sahu" userId="5c5397e115b556e9" providerId="LiveId" clId="{ABF83788-C895-4206-9B43-E647C8063968}" dt="2024-09-13T06:28:24.002" v="9746" actId="26606"/>
          <ac:graphicFrameMkLst>
            <pc:docMk/>
            <pc:sldMk cId="3697962643" sldId="261"/>
            <ac:graphicFrameMk id="7" creationId="{D667AA4F-3BF1-5B66-A4E5-30347E6B6D90}"/>
          </ac:graphicFrameMkLst>
        </pc:graphicFrameChg>
        <pc:graphicFrameChg chg="add del">
          <ac:chgData name="Sharanya Sahu" userId="5c5397e115b556e9" providerId="LiveId" clId="{ABF83788-C895-4206-9B43-E647C8063968}" dt="2024-09-13T06:28:36.836" v="9748" actId="26606"/>
          <ac:graphicFrameMkLst>
            <pc:docMk/>
            <pc:sldMk cId="3697962643" sldId="261"/>
            <ac:graphicFrameMk id="9" creationId="{82BAE94F-CD83-E927-A36E-A236175F3C29}"/>
          </ac:graphicFrameMkLst>
        </pc:graphicFrameChg>
        <pc:graphicFrameChg chg="add del mod">
          <ac:chgData name="Sharanya Sahu" userId="5c5397e115b556e9" providerId="LiveId" clId="{ABF83788-C895-4206-9B43-E647C8063968}" dt="2024-09-13T06:31:40.438" v="9767" actId="26606"/>
          <ac:graphicFrameMkLst>
            <pc:docMk/>
            <pc:sldMk cId="3697962643" sldId="261"/>
            <ac:graphicFrameMk id="10" creationId="{82BAE94F-CD83-E927-A36E-A236175F3C29}"/>
          </ac:graphicFrameMkLst>
        </pc:graphicFrameChg>
        <pc:graphicFrameChg chg="add del">
          <ac:chgData name="Sharanya Sahu" userId="5c5397e115b556e9" providerId="LiveId" clId="{ABF83788-C895-4206-9B43-E647C8063968}" dt="2024-09-13T06:33:57.146" v="9772" actId="26606"/>
          <ac:graphicFrameMkLst>
            <pc:docMk/>
            <pc:sldMk cId="3697962643" sldId="261"/>
            <ac:graphicFrameMk id="16" creationId="{2A511094-CFF1-0B8A-C5B4-8794845B81E8}"/>
          </ac:graphicFrameMkLst>
        </pc:graphicFrameChg>
        <pc:graphicFrameChg chg="add del mod modGraphic">
          <ac:chgData name="Sharanya Sahu" userId="5c5397e115b556e9" providerId="LiveId" clId="{ABF83788-C895-4206-9B43-E647C8063968}" dt="2024-09-13T06:42:02.843" v="9983" actId="20577"/>
          <ac:graphicFrameMkLst>
            <pc:docMk/>
            <pc:sldMk cId="3697962643" sldId="261"/>
            <ac:graphicFrameMk id="1030" creationId="{0124115A-E830-2E2F-306C-8484CF51A5FC}"/>
          </ac:graphicFrameMkLst>
        </pc:graphicFrameChg>
        <pc:picChg chg="add del">
          <ac:chgData name="Sharanya Sahu" userId="5c5397e115b556e9" providerId="LiveId" clId="{ABF83788-C895-4206-9B43-E647C8063968}" dt="2024-09-13T06:28:24.002" v="9746" actId="26606"/>
          <ac:picMkLst>
            <pc:docMk/>
            <pc:sldMk cId="3697962643" sldId="261"/>
            <ac:picMk id="8" creationId="{D31A29B5-DDF6-EF36-1B55-21F588B964A3}"/>
          </ac:picMkLst>
        </pc:picChg>
        <pc:picChg chg="add mod">
          <ac:chgData name="Sharanya Sahu" userId="5c5397e115b556e9" providerId="LiveId" clId="{ABF83788-C895-4206-9B43-E647C8063968}" dt="2024-09-13T06:33:45.274" v="9771" actId="170"/>
          <ac:picMkLst>
            <pc:docMk/>
            <pc:sldMk cId="3697962643" sldId="261"/>
            <ac:picMk id="1026" creationId="{38F8EA69-4A8B-665F-57C4-B953F735EFA8}"/>
          </ac:picMkLst>
        </pc:picChg>
        <pc:picChg chg="add mod">
          <ac:chgData name="Sharanya Sahu" userId="5c5397e115b556e9" providerId="LiveId" clId="{ABF83788-C895-4206-9B43-E647C8063968}" dt="2024-09-13T06:39:25.097" v="9851" actId="26606"/>
          <ac:picMkLst>
            <pc:docMk/>
            <pc:sldMk cId="3697962643" sldId="261"/>
            <ac:picMk id="1028" creationId="{567EBCAE-D9D6-7FEC-1083-5D42132F4B71}"/>
          </ac:picMkLst>
        </pc:picChg>
      </pc:sldChg>
      <pc:sldChg chg="delSp modSp del mod delDesignElem">
        <pc:chgData name="Sharanya Sahu" userId="5c5397e115b556e9" providerId="LiveId" clId="{ABF83788-C895-4206-9B43-E647C8063968}" dt="2024-09-12T05:01:46.301" v="543" actId="47"/>
        <pc:sldMkLst>
          <pc:docMk/>
          <pc:sldMk cId="3789343957" sldId="261"/>
        </pc:sldMkLst>
        <pc:spChg chg="mod">
          <ac:chgData name="Sharanya Sahu" userId="5c5397e115b556e9" providerId="LiveId" clId="{ABF83788-C895-4206-9B43-E647C8063968}" dt="2024-09-12T04:41:45.452" v="164" actId="14100"/>
          <ac:spMkLst>
            <pc:docMk/>
            <pc:sldMk cId="3789343957" sldId="261"/>
            <ac:spMk id="2" creationId="{3C3D335A-5ECE-43C8-B81D-FB11A0598038}"/>
          </ac:spMkLst>
        </pc:spChg>
        <pc:spChg chg="mod">
          <ac:chgData name="Sharanya Sahu" userId="5c5397e115b556e9" providerId="LiveId" clId="{ABF83788-C895-4206-9B43-E647C8063968}" dt="2024-09-12T05:00:36.344" v="529" actId="27636"/>
          <ac:spMkLst>
            <pc:docMk/>
            <pc:sldMk cId="3789343957" sldId="261"/>
            <ac:spMk id="3" creationId="{10CB82DB-C7FE-299C-C8DF-92AE506FCEEE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789343957" sldId="261"/>
            <ac:spMk id="19" creationId="{8181FC64-B306-4821-98E2-780662EFC486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789343957" sldId="261"/>
            <ac:spMk id="21" creationId="{BC0385E9-02B2-4941-889A-EAD43F5BB0A3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789343957" sldId="261"/>
            <ac:spMk id="23" creationId="{829A1E2C-5AC8-40FC-99E9-832069D39792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789343957" sldId="261"/>
            <ac:spMk id="25" creationId="{55C54A75-E44A-4147-B9D0-FF46CFD31612}"/>
          </ac:spMkLst>
        </pc:spChg>
        <pc:cxnChg chg="del">
          <ac:chgData name="Sharanya Sahu" userId="5c5397e115b556e9" providerId="LiveId" clId="{ABF83788-C895-4206-9B43-E647C8063968}" dt="2024-09-12T05:00:36.189" v="527"/>
          <ac:cxnSpMkLst>
            <pc:docMk/>
            <pc:sldMk cId="3789343957" sldId="261"/>
            <ac:cxnSpMk id="17" creationId="{430127AE-B29E-4FDF-99D2-A2F1E7003F74}"/>
          </ac:cxnSpMkLst>
        </pc:cxnChg>
      </pc:sldChg>
      <pc:sldChg chg="new del">
        <pc:chgData name="Sharanya Sahu" userId="5c5397e115b556e9" providerId="LiveId" clId="{ABF83788-C895-4206-9B43-E647C8063968}" dt="2024-09-12T07:54:25.942" v="2261" actId="47"/>
        <pc:sldMkLst>
          <pc:docMk/>
          <pc:sldMk cId="22985641" sldId="262"/>
        </pc:sldMkLst>
      </pc:sldChg>
      <pc:sldChg chg="addSp delSp modSp add mod ord setBg modNotesTx">
        <pc:chgData name="Sharanya Sahu" userId="5c5397e115b556e9" providerId="LiveId" clId="{ABF83788-C895-4206-9B43-E647C8063968}" dt="2024-09-13T09:16:50.028" v="11636" actId="20577"/>
        <pc:sldMkLst>
          <pc:docMk/>
          <pc:sldMk cId="857808018" sldId="262"/>
        </pc:sldMkLst>
        <pc:spChg chg="del mod">
          <ac:chgData name="Sharanya Sahu" userId="5c5397e115b556e9" providerId="LiveId" clId="{ABF83788-C895-4206-9B43-E647C8063968}" dt="2024-09-13T05:43:01.935" v="9333" actId="478"/>
          <ac:spMkLst>
            <pc:docMk/>
            <pc:sldMk cId="857808018" sldId="262"/>
            <ac:spMk id="2" creationId="{97EAF8AF-6C17-AFE6-F7BB-192701B8F7F7}"/>
          </ac:spMkLst>
        </pc:spChg>
        <pc:spChg chg="add del mod">
          <ac:chgData name="Sharanya Sahu" userId="5c5397e115b556e9" providerId="LiveId" clId="{ABF83788-C895-4206-9B43-E647C8063968}" dt="2024-09-13T09:02:35.515" v="11321" actId="478"/>
          <ac:spMkLst>
            <pc:docMk/>
            <pc:sldMk cId="857808018" sldId="262"/>
            <ac:spMk id="3" creationId="{22C99D68-9C4E-877B-6004-3C59893F77D9}"/>
          </ac:spMkLst>
        </pc:spChg>
        <pc:spChg chg="add">
          <ac:chgData name="Sharanya Sahu" userId="5c5397e115b556e9" providerId="LiveId" clId="{ABF83788-C895-4206-9B43-E647C8063968}" dt="2024-09-12T11:00:25.614" v="6225"/>
          <ac:spMkLst>
            <pc:docMk/>
            <pc:sldMk cId="857808018" sldId="262"/>
            <ac:spMk id="3" creationId="{E2D7A9D5-FEE0-D2E3-03FA-9922485267A9}"/>
          </ac:spMkLst>
        </pc:spChg>
        <pc:spChg chg="mod">
          <ac:chgData name="Sharanya Sahu" userId="5c5397e115b556e9" providerId="LiveId" clId="{ABF83788-C895-4206-9B43-E647C8063968}" dt="2024-09-13T09:13:30.087" v="11591" actId="20577"/>
          <ac:spMkLst>
            <pc:docMk/>
            <pc:sldMk cId="857808018" sldId="262"/>
            <ac:spMk id="5" creationId="{12EFE694-8665-3DA2-64D0-E552419F2C42}"/>
          </ac:spMkLst>
        </pc:spChg>
        <pc:spChg chg="add del mod">
          <ac:chgData name="Sharanya Sahu" userId="5c5397e115b556e9" providerId="LiveId" clId="{ABF83788-C895-4206-9B43-E647C8063968}" dt="2024-09-13T05:43:04.956" v="9334" actId="478"/>
          <ac:spMkLst>
            <pc:docMk/>
            <pc:sldMk cId="857808018" sldId="262"/>
            <ac:spMk id="7" creationId="{A462DD3E-9D87-1CC4-D85B-A285732B07F1}"/>
          </ac:spMkLst>
        </pc:spChg>
        <pc:spChg chg="add del mod ord">
          <ac:chgData name="Sharanya Sahu" userId="5c5397e115b556e9" providerId="LiveId" clId="{ABF83788-C895-4206-9B43-E647C8063968}" dt="2024-09-13T09:02:41.407" v="11322" actId="478"/>
          <ac:spMkLst>
            <pc:docMk/>
            <pc:sldMk cId="857808018" sldId="262"/>
            <ac:spMk id="8" creationId="{0FA8F48E-16A4-D69D-AECF-A7AF5FEDFC76}"/>
          </ac:spMkLst>
        </pc:spChg>
        <pc:spChg chg="add del mod ord">
          <ac:chgData name="Sharanya Sahu" userId="5c5397e115b556e9" providerId="LiveId" clId="{ABF83788-C895-4206-9B43-E647C8063968}" dt="2024-09-13T09:02:51.557" v="11324" actId="478"/>
          <ac:spMkLst>
            <pc:docMk/>
            <pc:sldMk cId="857808018" sldId="262"/>
            <ac:spMk id="9" creationId="{7D1693D3-6558-98B1-B4F2-CC4D558E549D}"/>
          </ac:spMkLst>
        </pc:spChg>
        <pc:spChg chg="add del">
          <ac:chgData name="Sharanya Sahu" userId="5c5397e115b556e9" providerId="LiveId" clId="{ABF83788-C895-4206-9B43-E647C8063968}" dt="2024-09-12T11:00:54.322" v="6229" actId="26606"/>
          <ac:spMkLst>
            <pc:docMk/>
            <pc:sldMk cId="857808018" sldId="262"/>
            <ac:spMk id="10" creationId="{058A14AF-9FB5-4CC7-BA35-E8E85D3EDF0E}"/>
          </ac:spMkLst>
        </pc:spChg>
        <pc:spChg chg="add del mod">
          <ac:chgData name="Sharanya Sahu" userId="5c5397e115b556e9" providerId="LiveId" clId="{ABF83788-C895-4206-9B43-E647C8063968}" dt="2024-09-13T09:03:17.176" v="11328" actId="478"/>
          <ac:spMkLst>
            <pc:docMk/>
            <pc:sldMk cId="857808018" sldId="262"/>
            <ac:spMk id="10" creationId="{EFE82C14-9B58-62A2-148A-A75767B0252E}"/>
          </ac:spMkLst>
        </pc:spChg>
        <pc:spChg chg="add del mod">
          <ac:chgData name="Sharanya Sahu" userId="5c5397e115b556e9" providerId="LiveId" clId="{ABF83788-C895-4206-9B43-E647C8063968}" dt="2024-09-13T06:16:02.360" v="9585" actId="478"/>
          <ac:spMkLst>
            <pc:docMk/>
            <pc:sldMk cId="857808018" sldId="262"/>
            <ac:spMk id="11" creationId="{A0F897CD-E1BE-99F7-4ED9-BCBF7006D916}"/>
          </ac:spMkLst>
        </pc:spChg>
        <pc:spChg chg="add del">
          <ac:chgData name="Sharanya Sahu" userId="5c5397e115b556e9" providerId="LiveId" clId="{ABF83788-C895-4206-9B43-E647C8063968}" dt="2024-09-12T11:00:54.322" v="6229" actId="26606"/>
          <ac:spMkLst>
            <pc:docMk/>
            <pc:sldMk cId="857808018" sldId="262"/>
            <ac:spMk id="12" creationId="{3A9A4357-BD1D-4622-A4FE-766E6AB8DE84}"/>
          </ac:spMkLst>
        </pc:spChg>
        <pc:spChg chg="add del">
          <ac:chgData name="Sharanya Sahu" userId="5c5397e115b556e9" providerId="LiveId" clId="{ABF83788-C895-4206-9B43-E647C8063968}" dt="2024-09-13T09:04:16.507" v="11336" actId="26606"/>
          <ac:spMkLst>
            <pc:docMk/>
            <pc:sldMk cId="857808018" sldId="262"/>
            <ac:spMk id="13" creationId="{B6FACB3C-9069-4791-BC5C-0DB7CD19B853}"/>
          </ac:spMkLst>
        </pc:spChg>
        <pc:spChg chg="add del">
          <ac:chgData name="Sharanya Sahu" userId="5c5397e115b556e9" providerId="LiveId" clId="{ABF83788-C895-4206-9B43-E647C8063968}" dt="2024-09-13T09:09:21.934" v="11445" actId="22"/>
          <ac:spMkLst>
            <pc:docMk/>
            <pc:sldMk cId="857808018" sldId="262"/>
            <ac:spMk id="14" creationId="{9124EB34-A9C7-DDAA-CFB4-BF0F9BC7FE33}"/>
          </ac:spMkLst>
        </pc:spChg>
        <pc:spChg chg="add del">
          <ac:chgData name="Sharanya Sahu" userId="5c5397e115b556e9" providerId="LiveId" clId="{ABF83788-C895-4206-9B43-E647C8063968}" dt="2024-09-12T11:00:54.322" v="6229" actId="26606"/>
          <ac:spMkLst>
            <pc:docMk/>
            <pc:sldMk cId="857808018" sldId="262"/>
            <ac:spMk id="14" creationId="{E659831F-0D9A-4C63-9EBB-8435B85A440F}"/>
          </ac:spMkLst>
        </pc:spChg>
        <pc:spChg chg="add mod">
          <ac:chgData name="Sharanya Sahu" userId="5c5397e115b556e9" providerId="LiveId" clId="{ABF83788-C895-4206-9B43-E647C8063968}" dt="2024-09-13T09:16:50.028" v="11636" actId="20577"/>
          <ac:spMkLst>
            <pc:docMk/>
            <pc:sldMk cId="857808018" sldId="262"/>
            <ac:spMk id="16" creationId="{3B0B467D-C4CB-CA43-D91D-689EF4110B5D}"/>
          </ac:spMkLst>
        </pc:spChg>
        <pc:spChg chg="add del">
          <ac:chgData name="Sharanya Sahu" userId="5c5397e115b556e9" providerId="LiveId" clId="{ABF83788-C895-4206-9B43-E647C8063968}" dt="2024-09-12T11:00:54.322" v="6229" actId="26606"/>
          <ac:spMkLst>
            <pc:docMk/>
            <pc:sldMk cId="857808018" sldId="262"/>
            <ac:spMk id="16" creationId="{E6995CE5-F890-4ABA-82A2-26507CE8D2A3}"/>
          </ac:spMkLst>
        </pc:spChg>
        <pc:spChg chg="add del">
          <ac:chgData name="Sharanya Sahu" userId="5c5397e115b556e9" providerId="LiveId" clId="{ABF83788-C895-4206-9B43-E647C8063968}" dt="2024-09-13T09:04:16.507" v="11336" actId="26606"/>
          <ac:spMkLst>
            <pc:docMk/>
            <pc:sldMk cId="857808018" sldId="262"/>
            <ac:spMk id="19" creationId="{71F2038E-D777-4B76-81DD-DD13EE91B9DD}"/>
          </ac:spMkLst>
        </pc:spChg>
        <pc:spChg chg="add del">
          <ac:chgData name="Sharanya Sahu" userId="5c5397e115b556e9" providerId="LiveId" clId="{ABF83788-C895-4206-9B43-E647C8063968}" dt="2024-09-13T09:06:15.288" v="11349" actId="26606"/>
          <ac:spMkLst>
            <pc:docMk/>
            <pc:sldMk cId="857808018" sldId="262"/>
            <ac:spMk id="26" creationId="{743AA782-23D1-4521-8CAD-47662984AA08}"/>
          </ac:spMkLst>
        </pc:spChg>
        <pc:spChg chg="add del">
          <ac:chgData name="Sharanya Sahu" userId="5c5397e115b556e9" providerId="LiveId" clId="{ABF83788-C895-4206-9B43-E647C8063968}" dt="2024-09-13T09:06:15.288" v="11349" actId="26606"/>
          <ac:spMkLst>
            <pc:docMk/>
            <pc:sldMk cId="857808018" sldId="262"/>
            <ac:spMk id="28" creationId="{71877DBC-BB60-40F0-AC93-2ACDBAAE60CE}"/>
          </ac:spMkLst>
        </pc:spChg>
        <pc:spChg chg="add del">
          <ac:chgData name="Sharanya Sahu" userId="5c5397e115b556e9" providerId="LiveId" clId="{ABF83788-C895-4206-9B43-E647C8063968}" dt="2024-09-13T09:06:13.371" v="11347" actId="26606"/>
          <ac:spMkLst>
            <pc:docMk/>
            <pc:sldMk cId="857808018" sldId="262"/>
            <ac:spMk id="33" creationId="{979E27D9-03C7-44E2-9FF8-15D0C8506AF7}"/>
          </ac:spMkLst>
        </pc:spChg>
        <pc:spChg chg="add del">
          <ac:chgData name="Sharanya Sahu" userId="5c5397e115b556e9" providerId="LiveId" clId="{ABF83788-C895-4206-9B43-E647C8063968}" dt="2024-09-13T09:06:13.371" v="11347" actId="26606"/>
          <ac:spMkLst>
            <pc:docMk/>
            <pc:sldMk cId="857808018" sldId="262"/>
            <ac:spMk id="35" creationId="{EEBF1590-3B36-48EE-A89D-3B6F3CB256AB}"/>
          </ac:spMkLst>
        </pc:spChg>
        <pc:spChg chg="add del">
          <ac:chgData name="Sharanya Sahu" userId="5c5397e115b556e9" providerId="LiveId" clId="{ABF83788-C895-4206-9B43-E647C8063968}" dt="2024-09-13T09:06:13.371" v="11347" actId="26606"/>
          <ac:spMkLst>
            <pc:docMk/>
            <pc:sldMk cId="857808018" sldId="262"/>
            <ac:spMk id="37" creationId="{AC8F6C8C-AB5A-4548-942D-E3FD40ACBC49}"/>
          </ac:spMkLst>
        </pc:spChg>
        <pc:spChg chg="add del">
          <ac:chgData name="Sharanya Sahu" userId="5c5397e115b556e9" providerId="LiveId" clId="{ABF83788-C895-4206-9B43-E647C8063968}" dt="2024-09-13T09:06:15.288" v="11349" actId="26606"/>
          <ac:spMkLst>
            <pc:docMk/>
            <pc:sldMk cId="857808018" sldId="262"/>
            <ac:spMk id="39" creationId="{0E3596DD-156A-473E-9BB3-C6A29F7574E9}"/>
          </ac:spMkLst>
        </pc:spChg>
        <pc:spChg chg="add del">
          <ac:chgData name="Sharanya Sahu" userId="5c5397e115b556e9" providerId="LiveId" clId="{ABF83788-C895-4206-9B43-E647C8063968}" dt="2024-09-13T09:06:15.288" v="11349" actId="26606"/>
          <ac:spMkLst>
            <pc:docMk/>
            <pc:sldMk cId="857808018" sldId="262"/>
            <ac:spMk id="40" creationId="{2C46C4D6-C474-4E92-B52E-944C1118F7B6}"/>
          </ac:spMkLst>
        </pc:spChg>
        <pc:grpChg chg="add del">
          <ac:chgData name="Sharanya Sahu" userId="5c5397e115b556e9" providerId="LiveId" clId="{ABF83788-C895-4206-9B43-E647C8063968}" dt="2024-09-13T09:04:16.507" v="11336" actId="26606"/>
          <ac:grpSpMkLst>
            <pc:docMk/>
            <pc:sldMk cId="857808018" sldId="262"/>
            <ac:grpSpMk id="20" creationId="{DD354807-230F-4402-B1B9-F733A8F1F190}"/>
          </ac:grpSpMkLst>
        </pc:grpChg>
        <pc:picChg chg="add mod">
          <ac:chgData name="Sharanya Sahu" userId="5c5397e115b556e9" providerId="LiveId" clId="{ABF83788-C895-4206-9B43-E647C8063968}" dt="2024-09-13T09:10:30.741" v="11486" actId="14100"/>
          <ac:picMkLst>
            <pc:docMk/>
            <pc:sldMk cId="857808018" sldId="262"/>
            <ac:picMk id="4" creationId="{12FBD480-34AC-06C7-D3F8-22BBE5B81F30}"/>
          </ac:picMkLst>
        </pc:picChg>
      </pc:sldChg>
      <pc:sldChg chg="addSp delSp modSp add mod ord setBg modNotesTx">
        <pc:chgData name="Sharanya Sahu" userId="5c5397e115b556e9" providerId="LiveId" clId="{ABF83788-C895-4206-9B43-E647C8063968}" dt="2024-09-13T10:36:34.508" v="13159"/>
        <pc:sldMkLst>
          <pc:docMk/>
          <pc:sldMk cId="453125083" sldId="263"/>
        </pc:sldMkLst>
        <pc:spChg chg="del mod">
          <ac:chgData name="Sharanya Sahu" userId="5c5397e115b556e9" providerId="LiveId" clId="{ABF83788-C895-4206-9B43-E647C8063968}" dt="2024-09-12T17:09:26.936" v="7584" actId="478"/>
          <ac:spMkLst>
            <pc:docMk/>
            <pc:sldMk cId="453125083" sldId="263"/>
            <ac:spMk id="2" creationId="{97EAF8AF-6C17-AFE6-F7BB-192701B8F7F7}"/>
          </ac:spMkLst>
        </pc:spChg>
        <pc:spChg chg="add mod">
          <ac:chgData name="Sharanya Sahu" userId="5c5397e115b556e9" providerId="LiveId" clId="{ABF83788-C895-4206-9B43-E647C8063968}" dt="2024-09-13T09:07:44.248" v="11442" actId="1036"/>
          <ac:spMkLst>
            <pc:docMk/>
            <pc:sldMk cId="453125083" sldId="263"/>
            <ac:spMk id="2" creationId="{BC220115-DF63-0D88-FE03-2E8B9B95CED6}"/>
          </ac:spMkLst>
        </pc:spChg>
        <pc:spChg chg="add del mod ord">
          <ac:chgData name="Sharanya Sahu" userId="5c5397e115b556e9" providerId="LiveId" clId="{ABF83788-C895-4206-9B43-E647C8063968}" dt="2024-09-12T15:20:32.610" v="7313" actId="478"/>
          <ac:spMkLst>
            <pc:docMk/>
            <pc:sldMk cId="453125083" sldId="263"/>
            <ac:spMk id="3" creationId="{1FC04138-8CD5-C94E-236E-AC63D5E26F66}"/>
          </ac:spMkLst>
        </pc:spChg>
        <pc:spChg chg="add del mod">
          <ac:chgData name="Sharanya Sahu" userId="5c5397e115b556e9" providerId="LiveId" clId="{ABF83788-C895-4206-9B43-E647C8063968}" dt="2024-09-12T17:09:31.122" v="7585" actId="478"/>
          <ac:spMkLst>
            <pc:docMk/>
            <pc:sldMk cId="453125083" sldId="263"/>
            <ac:spMk id="4" creationId="{D510D8AA-3157-7A99-5C79-771D47EA599B}"/>
          </ac:spMkLst>
        </pc:spChg>
        <pc:spChg chg="mod">
          <ac:chgData name="Sharanya Sahu" userId="5c5397e115b556e9" providerId="LiveId" clId="{ABF83788-C895-4206-9B43-E647C8063968}" dt="2024-09-13T07:24:59.724" v="10586" actId="20577"/>
          <ac:spMkLst>
            <pc:docMk/>
            <pc:sldMk cId="453125083" sldId="263"/>
            <ac:spMk id="5" creationId="{12EFE694-8665-3DA2-64D0-E552419F2C42}"/>
          </ac:spMkLst>
        </pc:spChg>
        <pc:spChg chg="add del">
          <ac:chgData name="Sharanya Sahu" userId="5c5397e115b556e9" providerId="LiveId" clId="{ABF83788-C895-4206-9B43-E647C8063968}" dt="2024-09-12T17:11:12.488" v="7613" actId="26606"/>
          <ac:spMkLst>
            <pc:docMk/>
            <pc:sldMk cId="453125083" sldId="263"/>
            <ac:spMk id="8199" creationId="{04812C46-200A-4DEB-A05E-3ED6C68C2387}"/>
          </ac:spMkLst>
        </pc:spChg>
        <pc:spChg chg="add del">
          <ac:chgData name="Sharanya Sahu" userId="5c5397e115b556e9" providerId="LiveId" clId="{ABF83788-C895-4206-9B43-E647C8063968}" dt="2024-09-12T17:11:12.488" v="7613" actId="26606"/>
          <ac:spMkLst>
            <pc:docMk/>
            <pc:sldMk cId="453125083" sldId="263"/>
            <ac:spMk id="8201" creationId="{D1EA859B-E555-4109-94F3-6700E046E008}"/>
          </ac:spMkLst>
        </pc:spChg>
        <pc:spChg chg="add del">
          <ac:chgData name="Sharanya Sahu" userId="5c5397e115b556e9" providerId="LiveId" clId="{ABF83788-C895-4206-9B43-E647C8063968}" dt="2024-09-12T17:13:08.140" v="7625" actId="26606"/>
          <ac:spMkLst>
            <pc:docMk/>
            <pc:sldMk cId="453125083" sldId="263"/>
            <ac:spMk id="8203" creationId="{7C432AFE-B3D2-4BFF-BF8F-96C27AFF1AC7}"/>
          </ac:spMkLst>
        </pc:spChg>
        <pc:spChg chg="add del">
          <ac:chgData name="Sharanya Sahu" userId="5c5397e115b556e9" providerId="LiveId" clId="{ABF83788-C895-4206-9B43-E647C8063968}" dt="2024-09-12T17:13:08.140" v="7625" actId="26606"/>
          <ac:spMkLst>
            <pc:docMk/>
            <pc:sldMk cId="453125083" sldId="263"/>
            <ac:spMk id="8204" creationId="{AF2F604E-43BE-4DC3-B983-E071523364F8}"/>
          </ac:spMkLst>
        </pc:spChg>
        <pc:spChg chg="add del">
          <ac:chgData name="Sharanya Sahu" userId="5c5397e115b556e9" providerId="LiveId" clId="{ABF83788-C895-4206-9B43-E647C8063968}" dt="2024-09-12T17:11:03.787" v="7612" actId="26606"/>
          <ac:spMkLst>
            <pc:docMk/>
            <pc:sldMk cId="453125083" sldId="263"/>
            <ac:spMk id="8206" creationId="{F13C74B1-5B17-4795-BED0-7140497B445A}"/>
          </ac:spMkLst>
        </pc:spChg>
        <pc:spChg chg="add del">
          <ac:chgData name="Sharanya Sahu" userId="5c5397e115b556e9" providerId="LiveId" clId="{ABF83788-C895-4206-9B43-E647C8063968}" dt="2024-09-12T17:11:03.787" v="7612" actId="26606"/>
          <ac:spMkLst>
            <pc:docMk/>
            <pc:sldMk cId="453125083" sldId="263"/>
            <ac:spMk id="8208" creationId="{D4974D33-8DC5-464E-8C6D-BE58F0669C17}"/>
          </ac:spMkLst>
        </pc:spChg>
        <pc:spChg chg="add del">
          <ac:chgData name="Sharanya Sahu" userId="5c5397e115b556e9" providerId="LiveId" clId="{ABF83788-C895-4206-9B43-E647C8063968}" dt="2024-09-12T17:13:08.140" v="7625" actId="26606"/>
          <ac:spMkLst>
            <pc:docMk/>
            <pc:sldMk cId="453125083" sldId="263"/>
            <ac:spMk id="8210" creationId="{08C9B587-E65E-4B52-B37C-ABEBB6E87928}"/>
          </ac:spMkLst>
        </pc:spChg>
        <pc:spChg chg="add del">
          <ac:chgData name="Sharanya Sahu" userId="5c5397e115b556e9" providerId="LiveId" clId="{ABF83788-C895-4206-9B43-E647C8063968}" dt="2024-09-12T17:13:06.844" v="7623" actId="26606"/>
          <ac:spMkLst>
            <pc:docMk/>
            <pc:sldMk cId="453125083" sldId="263"/>
            <ac:spMk id="8215" creationId="{96CF2A2B-0745-440C-9224-C5C6A0A4286F}"/>
          </ac:spMkLst>
        </pc:spChg>
        <pc:spChg chg="add del">
          <ac:chgData name="Sharanya Sahu" userId="5c5397e115b556e9" providerId="LiveId" clId="{ABF83788-C895-4206-9B43-E647C8063968}" dt="2024-09-12T17:13:06.844" v="7623" actId="26606"/>
          <ac:spMkLst>
            <pc:docMk/>
            <pc:sldMk cId="453125083" sldId="263"/>
            <ac:spMk id="8217" creationId="{75BE6D6B-84C9-4D2B-97EB-773B7369EF82}"/>
          </ac:spMkLst>
        </pc:spChg>
        <pc:spChg chg="add del">
          <ac:chgData name="Sharanya Sahu" userId="5c5397e115b556e9" providerId="LiveId" clId="{ABF83788-C895-4206-9B43-E647C8063968}" dt="2024-09-12T17:13:08.140" v="7625" actId="26606"/>
          <ac:spMkLst>
            <pc:docMk/>
            <pc:sldMk cId="453125083" sldId="263"/>
            <ac:spMk id="8219" creationId="{08C9B587-E65E-4B52-B37C-ABEBB6E87928}"/>
          </ac:spMkLst>
        </pc:spChg>
        <pc:spChg chg="add del">
          <ac:chgData name="Sharanya Sahu" userId="5c5397e115b556e9" providerId="LiveId" clId="{ABF83788-C895-4206-9B43-E647C8063968}" dt="2024-09-12T17:13:08.140" v="7625" actId="26606"/>
          <ac:spMkLst>
            <pc:docMk/>
            <pc:sldMk cId="453125083" sldId="263"/>
            <ac:spMk id="8220" creationId="{7C432AFE-B3D2-4BFF-BF8F-96C27AFF1AC7}"/>
          </ac:spMkLst>
        </pc:spChg>
        <pc:spChg chg="add del">
          <ac:chgData name="Sharanya Sahu" userId="5c5397e115b556e9" providerId="LiveId" clId="{ABF83788-C895-4206-9B43-E647C8063968}" dt="2024-09-12T17:13:08.140" v="7625" actId="26606"/>
          <ac:spMkLst>
            <pc:docMk/>
            <pc:sldMk cId="453125083" sldId="263"/>
            <ac:spMk id="8221" creationId="{AF2F604E-43BE-4DC3-B983-E071523364F8}"/>
          </ac:spMkLst>
        </pc:spChg>
        <pc:picChg chg="add mod ord">
          <ac:chgData name="Sharanya Sahu" userId="5c5397e115b556e9" providerId="LiveId" clId="{ABF83788-C895-4206-9B43-E647C8063968}" dt="2024-09-13T09:41:12.067" v="12216" actId="2085"/>
          <ac:picMkLst>
            <pc:docMk/>
            <pc:sldMk cId="453125083" sldId="263"/>
            <ac:picMk id="8194" creationId="{416D512D-CCDD-D425-4ACC-F453945C127F}"/>
          </ac:picMkLst>
        </pc:picChg>
      </pc:sldChg>
      <pc:sldChg chg="addSp modSp add mod ord setBg modNotesTx">
        <pc:chgData name="Sharanya Sahu" userId="5c5397e115b556e9" providerId="LiveId" clId="{ABF83788-C895-4206-9B43-E647C8063968}" dt="2024-09-13T11:17:44.537" v="14226" actId="20577"/>
        <pc:sldMkLst>
          <pc:docMk/>
          <pc:sldMk cId="2386821759" sldId="264"/>
        </pc:sldMkLst>
        <pc:spChg chg="mod">
          <ac:chgData name="Sharanya Sahu" userId="5c5397e115b556e9" providerId="LiveId" clId="{ABF83788-C895-4206-9B43-E647C8063968}" dt="2024-09-13T11:17:21.042" v="14210" actId="1036"/>
          <ac:spMkLst>
            <pc:docMk/>
            <pc:sldMk cId="2386821759" sldId="264"/>
            <ac:spMk id="2" creationId="{97EAF8AF-6C17-AFE6-F7BB-192701B8F7F7}"/>
          </ac:spMkLst>
        </pc:spChg>
        <pc:spChg chg="mod">
          <ac:chgData name="Sharanya Sahu" userId="5c5397e115b556e9" providerId="LiveId" clId="{ABF83788-C895-4206-9B43-E647C8063968}" dt="2024-09-13T11:17:44.537" v="14226" actId="20577"/>
          <ac:spMkLst>
            <pc:docMk/>
            <pc:sldMk cId="2386821759" sldId="264"/>
            <ac:spMk id="5" creationId="{12EFE694-8665-3DA2-64D0-E552419F2C42}"/>
          </ac:spMkLst>
        </pc:spChg>
        <pc:spChg chg="add">
          <ac:chgData name="Sharanya Sahu" userId="5c5397e115b556e9" providerId="LiveId" clId="{ABF83788-C895-4206-9B43-E647C8063968}" dt="2024-09-12T11:37:54.390" v="6470" actId="26606"/>
          <ac:spMkLst>
            <pc:docMk/>
            <pc:sldMk cId="2386821759" sldId="264"/>
            <ac:spMk id="10247" creationId="{C0763A76-9F1C-4FC5-82B7-DD475DA461B2}"/>
          </ac:spMkLst>
        </pc:spChg>
        <pc:spChg chg="add">
          <ac:chgData name="Sharanya Sahu" userId="5c5397e115b556e9" providerId="LiveId" clId="{ABF83788-C895-4206-9B43-E647C8063968}" dt="2024-09-12T11:37:54.390" v="6470" actId="26606"/>
          <ac:spMkLst>
            <pc:docMk/>
            <pc:sldMk cId="2386821759" sldId="264"/>
            <ac:spMk id="10249" creationId="{E81BF4F6-F2CF-4984-9D14-D6966D92F99F}"/>
          </ac:spMkLst>
        </pc:spChg>
        <pc:picChg chg="add mod">
          <ac:chgData name="Sharanya Sahu" userId="5c5397e115b556e9" providerId="LiveId" clId="{ABF83788-C895-4206-9B43-E647C8063968}" dt="2024-09-12T11:37:54.390" v="6470" actId="26606"/>
          <ac:picMkLst>
            <pc:docMk/>
            <pc:sldMk cId="2386821759" sldId="264"/>
            <ac:picMk id="10242" creationId="{AFE8F136-D32C-1785-5493-92386F352B49}"/>
          </ac:picMkLst>
        </pc:picChg>
      </pc:sldChg>
      <pc:sldChg chg="addSp delSp modSp del mod delDesignElem">
        <pc:chgData name="Sharanya Sahu" userId="5c5397e115b556e9" providerId="LiveId" clId="{ABF83788-C895-4206-9B43-E647C8063968}" dt="2024-09-12T05:01:45.924" v="541" actId="47"/>
        <pc:sldMkLst>
          <pc:docMk/>
          <pc:sldMk cId="1282301281" sldId="265"/>
        </pc:sldMkLst>
        <pc:spChg chg="mod">
          <ac:chgData name="Sharanya Sahu" userId="5c5397e115b556e9" providerId="LiveId" clId="{ABF83788-C895-4206-9B43-E647C8063968}" dt="2024-09-12T04:56:42.200" v="513" actId="26606"/>
          <ac:spMkLst>
            <pc:docMk/>
            <pc:sldMk cId="1282301281" sldId="265"/>
            <ac:spMk id="2" creationId="{A9AFB321-A9BF-467D-90CC-B7D41C7D46F9}"/>
          </ac:spMkLst>
        </pc:spChg>
        <pc:spChg chg="mod">
          <ac:chgData name="Sharanya Sahu" userId="5c5397e115b556e9" providerId="LiveId" clId="{ABF83788-C895-4206-9B43-E647C8063968}" dt="2024-09-12T05:00:36.324" v="528" actId="27636"/>
          <ac:spMkLst>
            <pc:docMk/>
            <pc:sldMk cId="1282301281" sldId="265"/>
            <ac:spMk id="3" creationId="{69CF77C5-9F6B-451C-B03D-A5E55E0DAC90}"/>
          </ac:spMkLst>
        </pc:spChg>
        <pc:spChg chg="del mod">
          <ac:chgData name="Sharanya Sahu" userId="5c5397e115b556e9" providerId="LiveId" clId="{ABF83788-C895-4206-9B43-E647C8063968}" dt="2024-09-12T04:55:18.404" v="498" actId="478"/>
          <ac:spMkLst>
            <pc:docMk/>
            <pc:sldMk cId="1282301281" sldId="265"/>
            <ac:spMk id="4" creationId="{6E68DF80-DE88-0059-D0B5-85D8F87E561F}"/>
          </ac:spMkLst>
        </pc:spChg>
        <pc:spChg chg="add">
          <ac:chgData name="Sharanya Sahu" userId="5c5397e115b556e9" providerId="LiveId" clId="{ABF83788-C895-4206-9B43-E647C8063968}" dt="2024-09-12T04:53:15.705" v="476"/>
          <ac:spMkLst>
            <pc:docMk/>
            <pc:sldMk cId="1282301281" sldId="265"/>
            <ac:spMk id="5" creationId="{0EA4A273-F699-A0A4-2D9B-969714B037F1}"/>
          </ac:spMkLst>
        </pc:spChg>
        <pc:spChg chg="add">
          <ac:chgData name="Sharanya Sahu" userId="5c5397e115b556e9" providerId="LiveId" clId="{ABF83788-C895-4206-9B43-E647C8063968}" dt="2024-09-12T04:53:15.705" v="476"/>
          <ac:spMkLst>
            <pc:docMk/>
            <pc:sldMk cId="1282301281" sldId="265"/>
            <ac:spMk id="6" creationId="{45D3D2FA-092A-5091-DAAC-CB0B44663CD3}"/>
          </ac:spMkLst>
        </pc:spChg>
        <pc:spChg chg="add del">
          <ac:chgData name="Sharanya Sahu" userId="5c5397e115b556e9" providerId="LiveId" clId="{ABF83788-C895-4206-9B43-E647C8063968}" dt="2024-09-12T04:56:21.414" v="512" actId="478"/>
          <ac:spMkLst>
            <pc:docMk/>
            <pc:sldMk cId="1282301281" sldId="265"/>
            <ac:spMk id="7" creationId="{1B8D13D8-0A64-5902-B8B6-FDBEDF29AC43}"/>
          </ac:spMkLst>
        </pc:spChg>
        <pc:spChg chg="add del mod">
          <ac:chgData name="Sharanya Sahu" userId="5c5397e115b556e9" providerId="LiveId" clId="{ABF83788-C895-4206-9B43-E647C8063968}" dt="2024-09-12T04:57:54.156" v="517" actId="478"/>
          <ac:spMkLst>
            <pc:docMk/>
            <pc:sldMk cId="1282301281" sldId="265"/>
            <ac:spMk id="8" creationId="{1242F5E0-34FE-40E7-09A4-628F5DB7CD64}"/>
          </ac:spMkLst>
        </pc:spChg>
        <pc:spChg chg="add">
          <ac:chgData name="Sharanya Sahu" userId="5c5397e115b556e9" providerId="LiveId" clId="{ABF83788-C895-4206-9B43-E647C8063968}" dt="2024-09-12T04:59:22.441" v="519"/>
          <ac:spMkLst>
            <pc:docMk/>
            <pc:sldMk cId="1282301281" sldId="265"/>
            <ac:spMk id="9" creationId="{B3BE717A-8F04-A860-96A5-DCF1924BF4E8}"/>
          </ac:spMkLst>
        </pc:spChg>
        <pc:spChg chg="add">
          <ac:chgData name="Sharanya Sahu" userId="5c5397e115b556e9" providerId="LiveId" clId="{ABF83788-C895-4206-9B43-E647C8063968}" dt="2024-09-12T05:00:10.059" v="520"/>
          <ac:spMkLst>
            <pc:docMk/>
            <pc:sldMk cId="1282301281" sldId="265"/>
            <ac:spMk id="10" creationId="{5E2C387B-2A1D-AFC8-C49F-982B1E7CE191}"/>
          </ac:spMkLst>
        </pc:spChg>
        <pc:spChg chg="add mod">
          <ac:chgData name="Sharanya Sahu" userId="5c5397e115b556e9" providerId="LiveId" clId="{ABF83788-C895-4206-9B43-E647C8063968}" dt="2024-09-12T05:00:20.315" v="523" actId="1076"/>
          <ac:spMkLst>
            <pc:docMk/>
            <pc:sldMk cId="1282301281" sldId="265"/>
            <ac:spMk id="11" creationId="{844F1216-5C27-6D77-AA18-6668EB150449}"/>
          </ac:spMkLst>
        </pc:spChg>
        <pc:spChg chg="del">
          <ac:chgData name="Sharanya Sahu" userId="5c5397e115b556e9" providerId="LiveId" clId="{ABF83788-C895-4206-9B43-E647C8063968}" dt="2024-09-12T04:56:42.200" v="513" actId="26606"/>
          <ac:spMkLst>
            <pc:docMk/>
            <pc:sldMk cId="1282301281" sldId="265"/>
            <ac:spMk id="2070" creationId="{3D5FBB81-B61B-416A-8F5D-A8DDF62530F1}"/>
          </ac:spMkLst>
        </pc:spChg>
        <pc:spChg chg="del">
          <ac:chgData name="Sharanya Sahu" userId="5c5397e115b556e9" providerId="LiveId" clId="{ABF83788-C895-4206-9B43-E647C8063968}" dt="2024-09-12T04:56:42.200" v="513" actId="26606"/>
          <ac:spMkLst>
            <pc:docMk/>
            <pc:sldMk cId="1282301281" sldId="265"/>
            <ac:spMk id="2072" creationId="{40C0D7D4-D83D-4C58-87D1-955F0A9173D7}"/>
          </ac:spMkLst>
        </pc:spChg>
        <pc:spChg chg="del">
          <ac:chgData name="Sharanya Sahu" userId="5c5397e115b556e9" providerId="LiveId" clId="{ABF83788-C895-4206-9B43-E647C8063968}" dt="2024-09-12T04:56:42.200" v="513" actId="26606"/>
          <ac:spMkLst>
            <pc:docMk/>
            <pc:sldMk cId="1282301281" sldId="265"/>
            <ac:spMk id="2074" creationId="{0BA56A81-C9DD-4EBA-9E13-32FFB51CFD45}"/>
          </ac:spMkLst>
        </pc:spChg>
        <pc:spChg chg="del">
          <ac:chgData name="Sharanya Sahu" userId="5c5397e115b556e9" providerId="LiveId" clId="{ABF83788-C895-4206-9B43-E647C8063968}" dt="2024-09-12T04:56:42.200" v="513" actId="26606"/>
          <ac:spMkLst>
            <pc:docMk/>
            <pc:sldMk cId="1282301281" sldId="265"/>
            <ac:spMk id="2076" creationId="{15F9A324-404E-4C5D-AFF0-C5D0D84182B0}"/>
          </ac:spMkLst>
        </pc:spChg>
        <pc:spChg chg="add del">
          <ac:chgData name="Sharanya Sahu" userId="5c5397e115b556e9" providerId="LiveId" clId="{ABF83788-C895-4206-9B43-E647C8063968}" dt="2024-09-12T05:00:36.189" v="527"/>
          <ac:spMkLst>
            <pc:docMk/>
            <pc:sldMk cId="1282301281" sldId="265"/>
            <ac:spMk id="2083" creationId="{49BB7E9A-6937-4BF0-9F51-A20F197B550F}"/>
          </ac:spMkLst>
        </pc:spChg>
        <pc:spChg chg="add del">
          <ac:chgData name="Sharanya Sahu" userId="5c5397e115b556e9" providerId="LiveId" clId="{ABF83788-C895-4206-9B43-E647C8063968}" dt="2024-09-12T05:00:36.189" v="527"/>
          <ac:spMkLst>
            <pc:docMk/>
            <pc:sldMk cId="1282301281" sldId="265"/>
            <ac:spMk id="2085" creationId="{E0939753-89D7-48A8-8441-B9FF25CE8A7E}"/>
          </ac:spMkLst>
        </pc:spChg>
        <pc:spChg chg="add del">
          <ac:chgData name="Sharanya Sahu" userId="5c5397e115b556e9" providerId="LiveId" clId="{ABF83788-C895-4206-9B43-E647C8063968}" dt="2024-09-12T05:00:36.189" v="527"/>
          <ac:spMkLst>
            <pc:docMk/>
            <pc:sldMk cId="1282301281" sldId="265"/>
            <ac:spMk id="2087" creationId="{9F5CCFC5-858F-4B45-9B10-D49DD0280D20}"/>
          </ac:spMkLst>
        </pc:spChg>
        <pc:spChg chg="add del">
          <ac:chgData name="Sharanya Sahu" userId="5c5397e115b556e9" providerId="LiveId" clId="{ABF83788-C895-4206-9B43-E647C8063968}" dt="2024-09-12T05:00:36.189" v="527"/>
          <ac:spMkLst>
            <pc:docMk/>
            <pc:sldMk cId="1282301281" sldId="265"/>
            <ac:spMk id="2089" creationId="{2348ECDC-D455-4B71-90F6-2ECC12B7983B}"/>
          </ac:spMkLst>
        </pc:spChg>
        <pc:picChg chg="mod ord">
          <ac:chgData name="Sharanya Sahu" userId="5c5397e115b556e9" providerId="LiveId" clId="{ABF83788-C895-4206-9B43-E647C8063968}" dt="2024-09-12T04:58:59.528" v="518" actId="14100"/>
          <ac:picMkLst>
            <pc:docMk/>
            <pc:sldMk cId="1282301281" sldId="265"/>
            <ac:picMk id="2050" creationId="{2FA6E785-1F19-094B-DC36-680722A2D251}"/>
          </ac:picMkLst>
        </pc:picChg>
        <pc:cxnChg chg="del">
          <ac:chgData name="Sharanya Sahu" userId="5c5397e115b556e9" providerId="LiveId" clId="{ABF83788-C895-4206-9B43-E647C8063968}" dt="2024-09-12T04:56:42.200" v="513" actId="26606"/>
          <ac:cxnSpMkLst>
            <pc:docMk/>
            <pc:sldMk cId="1282301281" sldId="265"/>
            <ac:cxnSpMk id="2068" creationId="{430127AE-B29E-4FDF-99D2-A2F1E7003F74}"/>
          </ac:cxnSpMkLst>
        </pc:cxnChg>
        <pc:cxnChg chg="add del">
          <ac:chgData name="Sharanya Sahu" userId="5c5397e115b556e9" providerId="LiveId" clId="{ABF83788-C895-4206-9B43-E647C8063968}" dt="2024-09-12T05:00:36.189" v="527"/>
          <ac:cxnSpMkLst>
            <pc:docMk/>
            <pc:sldMk cId="1282301281" sldId="265"/>
            <ac:cxnSpMk id="2081" creationId="{430127AE-B29E-4FDF-99D2-A2F1E7003F74}"/>
          </ac:cxnSpMkLst>
        </pc:cxnChg>
      </pc:sldChg>
      <pc:sldChg chg="addSp delSp modSp add mod ord setBg setClrOvrMap modNotesTx">
        <pc:chgData name="Sharanya Sahu" userId="5c5397e115b556e9" providerId="LiveId" clId="{ABF83788-C895-4206-9B43-E647C8063968}" dt="2024-09-13T09:40:38.822" v="12213" actId="14100"/>
        <pc:sldMkLst>
          <pc:docMk/>
          <pc:sldMk cId="4070127983" sldId="265"/>
        </pc:sldMkLst>
        <pc:spChg chg="mod ord">
          <ac:chgData name="Sharanya Sahu" userId="5c5397e115b556e9" providerId="LiveId" clId="{ABF83788-C895-4206-9B43-E647C8063968}" dt="2024-09-13T09:40:20.342" v="12211" actId="1036"/>
          <ac:spMkLst>
            <pc:docMk/>
            <pc:sldMk cId="4070127983" sldId="265"/>
            <ac:spMk id="2" creationId="{97EAF8AF-6C17-AFE6-F7BB-192701B8F7F7}"/>
          </ac:spMkLst>
        </pc:spChg>
        <pc:spChg chg="add del mod">
          <ac:chgData name="Sharanya Sahu" userId="5c5397e115b556e9" providerId="LiveId" clId="{ABF83788-C895-4206-9B43-E647C8063968}" dt="2024-09-12T09:29:15.512" v="4224" actId="478"/>
          <ac:spMkLst>
            <pc:docMk/>
            <pc:sldMk cId="4070127983" sldId="265"/>
            <ac:spMk id="3" creationId="{B06E56E7-2BBC-4909-74DC-4B1A5BE1502D}"/>
          </ac:spMkLst>
        </pc:spChg>
        <pc:spChg chg="add del mod">
          <ac:chgData name="Sharanya Sahu" userId="5c5397e115b556e9" providerId="LiveId" clId="{ABF83788-C895-4206-9B43-E647C8063968}" dt="2024-09-13T06:51:09.032" v="10202" actId="26606"/>
          <ac:spMkLst>
            <pc:docMk/>
            <pc:sldMk cId="4070127983" sldId="265"/>
            <ac:spMk id="3" creationId="{E9CFE2FC-CB62-FA03-207C-2B33B430F11E}"/>
          </ac:spMkLst>
        </pc:spChg>
        <pc:spChg chg="add del mod ord">
          <ac:chgData name="Sharanya Sahu" userId="5c5397e115b556e9" providerId="LiveId" clId="{ABF83788-C895-4206-9B43-E647C8063968}" dt="2024-09-13T09:40:08.119" v="12170" actId="170"/>
          <ac:spMkLst>
            <pc:docMk/>
            <pc:sldMk cId="4070127983" sldId="265"/>
            <ac:spMk id="5" creationId="{052FB432-D68D-0B8E-63DD-E631B39A6D37}"/>
          </ac:spMkLst>
        </pc:spChg>
        <pc:spChg chg="del mod">
          <ac:chgData name="Sharanya Sahu" userId="5c5397e115b556e9" providerId="LiveId" clId="{ABF83788-C895-4206-9B43-E647C8063968}" dt="2024-09-12T08:02:56.076" v="2601"/>
          <ac:spMkLst>
            <pc:docMk/>
            <pc:sldMk cId="4070127983" sldId="265"/>
            <ac:spMk id="5" creationId="{12EFE694-8665-3DA2-64D0-E552419F2C42}"/>
          </ac:spMkLst>
        </pc:spChg>
        <pc:spChg chg="add">
          <ac:chgData name="Sharanya Sahu" userId="5c5397e115b556e9" providerId="LiveId" clId="{ABF83788-C895-4206-9B43-E647C8063968}" dt="2024-09-12T09:53:25.444" v="4892"/>
          <ac:spMkLst>
            <pc:docMk/>
            <pc:sldMk cId="4070127983" sldId="265"/>
            <ac:spMk id="6" creationId="{5FF4A23C-0D9E-EC6C-502E-BF3E815FE3E2}"/>
          </ac:spMkLst>
        </pc:spChg>
        <pc:spChg chg="add mod ord">
          <ac:chgData name="Sharanya Sahu" userId="5c5397e115b556e9" providerId="LiveId" clId="{ABF83788-C895-4206-9B43-E647C8063968}" dt="2024-09-13T09:40:38.822" v="12213" actId="14100"/>
          <ac:spMkLst>
            <pc:docMk/>
            <pc:sldMk cId="4070127983" sldId="265"/>
            <ac:spMk id="6" creationId="{85B265CA-B1B5-6DF3-E825-2095A30565D2}"/>
          </ac:spMkLst>
        </pc:spChg>
        <pc:spChg chg="add del">
          <ac:chgData name="Sharanya Sahu" userId="5c5397e115b556e9" providerId="LiveId" clId="{ABF83788-C895-4206-9B43-E647C8063968}" dt="2024-09-13T07:08:11.678" v="10282" actId="26606"/>
          <ac:spMkLst>
            <pc:docMk/>
            <pc:sldMk cId="4070127983" sldId="265"/>
            <ac:spMk id="8" creationId="{2659FDB4-FCBE-4A89-B46D-43D4FA54464D}"/>
          </ac:spMkLst>
        </pc:spChg>
        <pc:spChg chg="add">
          <ac:chgData name="Sharanya Sahu" userId="5c5397e115b556e9" providerId="LiveId" clId="{ABF83788-C895-4206-9B43-E647C8063968}" dt="2024-09-12T10:05:25.790" v="5239"/>
          <ac:spMkLst>
            <pc:docMk/>
            <pc:sldMk cId="4070127983" sldId="265"/>
            <ac:spMk id="10" creationId="{311D2543-8D2F-FE34-A86B-7597BD062251}"/>
          </ac:spMkLst>
        </pc:spChg>
        <pc:spChg chg="add del">
          <ac:chgData name="Sharanya Sahu" userId="5c5397e115b556e9" providerId="LiveId" clId="{ABF83788-C895-4206-9B43-E647C8063968}" dt="2024-09-13T07:07:54.226" v="10279" actId="26606"/>
          <ac:spMkLst>
            <pc:docMk/>
            <pc:sldMk cId="4070127983" sldId="265"/>
            <ac:spMk id="20" creationId="{BACC6370-2D7E-4714-9D71-7542949D7D5D}"/>
          </ac:spMkLst>
        </pc:spChg>
        <pc:spChg chg="add del">
          <ac:chgData name="Sharanya Sahu" userId="5c5397e115b556e9" providerId="LiveId" clId="{ABF83788-C895-4206-9B43-E647C8063968}" dt="2024-09-13T07:07:54.226" v="10279" actId="26606"/>
          <ac:spMkLst>
            <pc:docMk/>
            <pc:sldMk cId="4070127983" sldId="265"/>
            <ac:spMk id="22" creationId="{F68B3F68-107C-434F-AA38-110D5EA91B85}"/>
          </ac:spMkLst>
        </pc:spChg>
        <pc:spChg chg="add del">
          <ac:chgData name="Sharanya Sahu" userId="5c5397e115b556e9" providerId="LiveId" clId="{ABF83788-C895-4206-9B43-E647C8063968}" dt="2024-09-13T07:07:54.226" v="10279" actId="26606"/>
          <ac:spMkLst>
            <pc:docMk/>
            <pc:sldMk cId="4070127983" sldId="265"/>
            <ac:spMk id="24" creationId="{AAD0DBB9-1A4B-4391-81D4-CB19F9AB918A}"/>
          </ac:spMkLst>
        </pc:spChg>
        <pc:spChg chg="add del">
          <ac:chgData name="Sharanya Sahu" userId="5c5397e115b556e9" providerId="LiveId" clId="{ABF83788-C895-4206-9B43-E647C8063968}" dt="2024-09-13T07:07:54.226" v="10279" actId="26606"/>
          <ac:spMkLst>
            <pc:docMk/>
            <pc:sldMk cId="4070127983" sldId="265"/>
            <ac:spMk id="26" creationId="{063BBA22-50EA-4C4D-BE05-F1CE4E63AA56}"/>
          </ac:spMkLst>
        </pc:spChg>
        <pc:spChg chg="add del">
          <ac:chgData name="Sharanya Sahu" userId="5c5397e115b556e9" providerId="LiveId" clId="{ABF83788-C895-4206-9B43-E647C8063968}" dt="2024-09-13T07:08:11.639" v="10281" actId="26606"/>
          <ac:spMkLst>
            <pc:docMk/>
            <pc:sldMk cId="4070127983" sldId="265"/>
            <ac:spMk id="28" creationId="{2659FDB4-FCBE-4A89-B46D-43D4FA54464D}"/>
          </ac:spMkLst>
        </pc:spChg>
        <pc:spChg chg="add del">
          <ac:chgData name="Sharanya Sahu" userId="5c5397e115b556e9" providerId="LiveId" clId="{ABF83788-C895-4206-9B43-E647C8063968}" dt="2024-09-13T07:11:13.735" v="10298" actId="26606"/>
          <ac:spMkLst>
            <pc:docMk/>
            <pc:sldMk cId="4070127983" sldId="265"/>
            <ac:spMk id="31" creationId="{AE2B703B-46F9-481A-A605-82E2A828C4FA}"/>
          </ac:spMkLst>
        </pc:spChg>
        <pc:spChg chg="add del">
          <ac:chgData name="Sharanya Sahu" userId="5c5397e115b556e9" providerId="LiveId" clId="{ABF83788-C895-4206-9B43-E647C8063968}" dt="2024-09-13T07:11:13.735" v="10298" actId="26606"/>
          <ac:spMkLst>
            <pc:docMk/>
            <pc:sldMk cId="4070127983" sldId="265"/>
            <ac:spMk id="32" creationId="{F13BE4D7-0C3D-4906-B230-A1C5B4665CCF}"/>
          </ac:spMkLst>
        </pc:spChg>
        <pc:spChg chg="add del">
          <ac:chgData name="Sharanya Sahu" userId="5c5397e115b556e9" providerId="LiveId" clId="{ABF83788-C895-4206-9B43-E647C8063968}" dt="2024-09-13T07:11:13.735" v="10298" actId="26606"/>
          <ac:spMkLst>
            <pc:docMk/>
            <pc:sldMk cId="4070127983" sldId="265"/>
            <ac:spMk id="37" creationId="{1D63C574-BFD2-41A1-A567-B0C3CC7FDD4F}"/>
          </ac:spMkLst>
        </pc:spChg>
        <pc:spChg chg="add del">
          <ac:chgData name="Sharanya Sahu" userId="5c5397e115b556e9" providerId="LiveId" clId="{ABF83788-C895-4206-9B43-E647C8063968}" dt="2024-09-13T07:10:19.689" v="10293" actId="26606"/>
          <ac:spMkLst>
            <pc:docMk/>
            <pc:sldMk cId="4070127983" sldId="265"/>
            <ac:spMk id="38" creationId="{9228552E-C8B1-4A80-8448-0787CE0FC704}"/>
          </ac:spMkLst>
        </pc:spChg>
        <pc:spChg chg="add del">
          <ac:chgData name="Sharanya Sahu" userId="5c5397e115b556e9" providerId="LiveId" clId="{ABF83788-C895-4206-9B43-E647C8063968}" dt="2024-09-13T07:11:13.735" v="10298" actId="26606"/>
          <ac:spMkLst>
            <pc:docMk/>
            <pc:sldMk cId="4070127983" sldId="265"/>
            <ac:spMk id="39" creationId="{E2A46BAB-8C31-42B2-90E8-B26DD3E81D37}"/>
          </ac:spMkLst>
        </pc:spChg>
        <pc:spChg chg="add del">
          <ac:chgData name="Sharanya Sahu" userId="5c5397e115b556e9" providerId="LiveId" clId="{ABF83788-C895-4206-9B43-E647C8063968}" dt="2024-09-13T07:11:12.410" v="10297" actId="26606"/>
          <ac:spMkLst>
            <pc:docMk/>
            <pc:sldMk cId="4070127983" sldId="265"/>
            <ac:spMk id="58" creationId="{9228552E-C8B1-4A80-8448-0787CE0FC704}"/>
          </ac:spMkLst>
        </pc:spChg>
        <pc:grpChg chg="add del">
          <ac:chgData name="Sharanya Sahu" userId="5c5397e115b556e9" providerId="LiveId" clId="{ABF83788-C895-4206-9B43-E647C8063968}" dt="2024-09-13T07:11:13.735" v="10298" actId="26606"/>
          <ac:grpSpMkLst>
            <pc:docMk/>
            <pc:sldMk cId="4070127983" sldId="265"/>
            <ac:grpSpMk id="41" creationId="{B3F7A3C7-0737-4E57-B30E-8EEFE638B401}"/>
          </ac:grpSpMkLst>
        </pc:grpChg>
        <pc:grpChg chg="add del">
          <ac:chgData name="Sharanya Sahu" userId="5c5397e115b556e9" providerId="LiveId" clId="{ABF83788-C895-4206-9B43-E647C8063968}" dt="2024-09-13T07:11:13.735" v="10298" actId="26606"/>
          <ac:grpSpMkLst>
            <pc:docMk/>
            <pc:sldMk cId="4070127983" sldId="265"/>
            <ac:grpSpMk id="45" creationId="{43F5E015-E085-4624-B431-B42414448684}"/>
          </ac:grpSpMkLst>
        </pc:grpChg>
        <pc:graphicFrameChg chg="add del mod modGraphic">
          <ac:chgData name="Sharanya Sahu" userId="5c5397e115b556e9" providerId="LiveId" clId="{ABF83788-C895-4206-9B43-E647C8063968}" dt="2024-09-13T06:49:53.659" v="10023" actId="478"/>
          <ac:graphicFrameMkLst>
            <pc:docMk/>
            <pc:sldMk cId="4070127983" sldId="265"/>
            <ac:graphicFrameMk id="4" creationId="{AFA8CC14-E0EE-B472-7B42-19B13F4F605E}"/>
          </ac:graphicFrameMkLst>
        </pc:graphicFrameChg>
        <pc:graphicFrameChg chg="add mod">
          <ac:chgData name="Sharanya Sahu" userId="5c5397e115b556e9" providerId="LiveId" clId="{ABF83788-C895-4206-9B43-E647C8063968}" dt="2024-09-12T11:23:47.717" v="6342"/>
          <ac:graphicFrameMkLst>
            <pc:docMk/>
            <pc:sldMk cId="4070127983" sldId="265"/>
            <ac:graphicFrameMk id="14" creationId="{4C960024-FF06-44E6-1805-29E917E59901}"/>
          </ac:graphicFrameMkLst>
        </pc:graphicFrameChg>
        <pc:graphicFrameChg chg="add mod modGraphic">
          <ac:chgData name="Sharanya Sahu" userId="5c5397e115b556e9" providerId="LiveId" clId="{ABF83788-C895-4206-9B43-E647C8063968}" dt="2024-09-13T09:38:22.405" v="12156" actId="171"/>
          <ac:graphicFrameMkLst>
            <pc:docMk/>
            <pc:sldMk cId="4070127983" sldId="265"/>
            <ac:graphicFrameMk id="15" creationId="{7A176E90-47FD-BD81-C19E-A755EC4C77EE}"/>
          </ac:graphicFrameMkLst>
        </pc:graphicFrameChg>
        <pc:picChg chg="add del mod">
          <ac:chgData name="Sharanya Sahu" userId="5c5397e115b556e9" providerId="LiveId" clId="{ABF83788-C895-4206-9B43-E647C8063968}" dt="2024-09-13T06:49:58.345" v="10026" actId="478"/>
          <ac:picMkLst>
            <pc:docMk/>
            <pc:sldMk cId="4070127983" sldId="265"/>
            <ac:picMk id="7" creationId="{02BB9D43-48CE-8668-7B5B-86776A525377}"/>
          </ac:picMkLst>
        </pc:picChg>
        <pc:picChg chg="add del mod">
          <ac:chgData name="Sharanya Sahu" userId="5c5397e115b556e9" providerId="LiveId" clId="{ABF83788-C895-4206-9B43-E647C8063968}" dt="2024-09-13T06:49:57.003" v="10025" actId="478"/>
          <ac:picMkLst>
            <pc:docMk/>
            <pc:sldMk cId="4070127983" sldId="265"/>
            <ac:picMk id="9" creationId="{C063167E-1435-CC43-33A1-73ADE74AD9F8}"/>
          </ac:picMkLst>
        </pc:picChg>
        <pc:picChg chg="add del mod">
          <ac:chgData name="Sharanya Sahu" userId="5c5397e115b556e9" providerId="LiveId" clId="{ABF83788-C895-4206-9B43-E647C8063968}" dt="2024-09-12T11:01:45.965" v="6244" actId="478"/>
          <ac:picMkLst>
            <pc:docMk/>
            <pc:sldMk cId="4070127983" sldId="265"/>
            <ac:picMk id="11" creationId="{3E2B7919-5CC5-EC74-89D8-2BBAA722617A}"/>
          </ac:picMkLst>
        </pc:picChg>
        <pc:picChg chg="add del mod">
          <ac:chgData name="Sharanya Sahu" userId="5c5397e115b556e9" providerId="LiveId" clId="{ABF83788-C895-4206-9B43-E647C8063968}" dt="2024-09-13T06:49:55.445" v="10024" actId="478"/>
          <ac:picMkLst>
            <pc:docMk/>
            <pc:sldMk cId="4070127983" sldId="265"/>
            <ac:picMk id="13" creationId="{86368355-9A0A-7599-DFD2-36AB0A1920DE}"/>
          </ac:picMkLst>
        </pc:picChg>
        <pc:picChg chg="add del">
          <ac:chgData name="Sharanya Sahu" userId="5c5397e115b556e9" providerId="LiveId" clId="{ABF83788-C895-4206-9B43-E647C8063968}" dt="2024-09-13T07:10:19.689" v="10293" actId="26606"/>
          <ac:picMkLst>
            <pc:docMk/>
            <pc:sldMk cId="4070127983" sldId="265"/>
            <ac:picMk id="34" creationId="{64C3FC3B-CE65-E19A-CD5D-94FCD48B5AB0}"/>
          </ac:picMkLst>
        </pc:picChg>
        <pc:picChg chg="add del">
          <ac:chgData name="Sharanya Sahu" userId="5c5397e115b556e9" providerId="LiveId" clId="{ABF83788-C895-4206-9B43-E647C8063968}" dt="2024-09-13T07:11:12.410" v="10297" actId="26606"/>
          <ac:picMkLst>
            <pc:docMk/>
            <pc:sldMk cId="4070127983" sldId="265"/>
            <ac:picMk id="54" creationId="{6E620D89-0168-600B-648F-C6C9D2AE32BB}"/>
          </ac:picMkLst>
        </pc:picChg>
        <pc:cxnChg chg="add del">
          <ac:chgData name="Sharanya Sahu" userId="5c5397e115b556e9" providerId="LiveId" clId="{ABF83788-C895-4206-9B43-E647C8063968}" dt="2024-09-13T07:08:11.678" v="10282" actId="26606"/>
          <ac:cxnSpMkLst>
            <pc:docMk/>
            <pc:sldMk cId="4070127983" sldId="265"/>
            <ac:cxnSpMk id="12" creationId="{C8F51B3F-8331-4E4A-AE96-D47B1006EEAD}"/>
          </ac:cxnSpMkLst>
        </pc:cxnChg>
        <pc:cxnChg chg="add del">
          <ac:chgData name="Sharanya Sahu" userId="5c5397e115b556e9" providerId="LiveId" clId="{ABF83788-C895-4206-9B43-E647C8063968}" dt="2024-09-13T07:08:11.639" v="10281" actId="26606"/>
          <ac:cxnSpMkLst>
            <pc:docMk/>
            <pc:sldMk cId="4070127983" sldId="265"/>
            <ac:cxnSpMk id="29" creationId="{C8F51B3F-8331-4E4A-AE96-D47B1006EEAD}"/>
          </ac:cxnSpMkLst>
        </pc:cxnChg>
      </pc:sldChg>
      <pc:sldChg chg="addSp modSp add del mod modNotesTx">
        <pc:chgData name="Sharanya Sahu" userId="5c5397e115b556e9" providerId="LiveId" clId="{ABF83788-C895-4206-9B43-E647C8063968}" dt="2024-09-13T10:36:45.647" v="13160" actId="47"/>
        <pc:sldMkLst>
          <pc:docMk/>
          <pc:sldMk cId="762059879" sldId="266"/>
        </pc:sldMkLst>
        <pc:spChg chg="mod">
          <ac:chgData name="Sharanya Sahu" userId="5c5397e115b556e9" providerId="LiveId" clId="{ABF83788-C895-4206-9B43-E647C8063968}" dt="2024-09-12T15:14:36.270" v="7052"/>
          <ac:spMkLst>
            <pc:docMk/>
            <pc:sldMk cId="762059879" sldId="266"/>
            <ac:spMk id="2" creationId="{97EAF8AF-6C17-AFE6-F7BB-192701B8F7F7}"/>
          </ac:spMkLst>
        </pc:spChg>
        <pc:graphicFrameChg chg="mod modGraphic">
          <ac:chgData name="Sharanya Sahu" userId="5c5397e115b556e9" providerId="LiveId" clId="{ABF83788-C895-4206-9B43-E647C8063968}" dt="2024-09-13T07:21:32.146" v="10566" actId="20577"/>
          <ac:graphicFrameMkLst>
            <pc:docMk/>
            <pc:sldMk cId="762059879" sldId="266"/>
            <ac:graphicFrameMk id="4" creationId="{AFA8CC14-E0EE-B472-7B42-19B13F4F605E}"/>
          </ac:graphicFrameMkLst>
        </pc:graphicFrameChg>
        <pc:picChg chg="add mod">
          <ac:chgData name="Sharanya Sahu" userId="5c5397e115b556e9" providerId="LiveId" clId="{ABF83788-C895-4206-9B43-E647C8063968}" dt="2024-09-12T10:29:49.480" v="5665" actId="14100"/>
          <ac:picMkLst>
            <pc:docMk/>
            <pc:sldMk cId="762059879" sldId="266"/>
            <ac:picMk id="5" creationId="{FFD37B67-14D6-0AD6-6FC7-9EDDE8D23D1B}"/>
          </ac:picMkLst>
        </pc:picChg>
        <pc:picChg chg="add mod">
          <ac:chgData name="Sharanya Sahu" userId="5c5397e115b556e9" providerId="LiveId" clId="{ABF83788-C895-4206-9B43-E647C8063968}" dt="2024-09-12T10:30:35.224" v="5673" actId="1076"/>
          <ac:picMkLst>
            <pc:docMk/>
            <pc:sldMk cId="762059879" sldId="266"/>
            <ac:picMk id="7" creationId="{3571C728-B02A-893F-457D-860E446FD145}"/>
          </ac:picMkLst>
        </pc:picChg>
      </pc:sldChg>
      <pc:sldChg chg="addSp delSp modSp new mod ord setBg modNotesTx">
        <pc:chgData name="Sharanya Sahu" userId="5c5397e115b556e9" providerId="LiveId" clId="{ABF83788-C895-4206-9B43-E647C8063968}" dt="2024-09-13T10:48:55.079" v="13579" actId="255"/>
        <pc:sldMkLst>
          <pc:docMk/>
          <pc:sldMk cId="3187043116" sldId="267"/>
        </pc:sldMkLst>
        <pc:spChg chg="add del mod ord">
          <ac:chgData name="Sharanya Sahu" userId="5c5397e115b556e9" providerId="LiveId" clId="{ABF83788-C895-4206-9B43-E647C8063968}" dt="2024-09-13T10:48:55.079" v="13579" actId="255"/>
          <ac:spMkLst>
            <pc:docMk/>
            <pc:sldMk cId="3187043116" sldId="267"/>
            <ac:spMk id="2" creationId="{9B74E390-6396-B607-7D3C-F02B4433AA53}"/>
          </ac:spMkLst>
        </pc:spChg>
        <pc:spChg chg="add del">
          <ac:chgData name="Sharanya Sahu" userId="5c5397e115b556e9" providerId="LiveId" clId="{ABF83788-C895-4206-9B43-E647C8063968}" dt="2024-09-12T17:27:13.479" v="7644" actId="478"/>
          <ac:spMkLst>
            <pc:docMk/>
            <pc:sldMk cId="3187043116" sldId="267"/>
            <ac:spMk id="3" creationId="{9717B34E-1828-F7A7-9EF6-9576BA8E7C23}"/>
          </ac:spMkLst>
        </pc:spChg>
        <pc:spChg chg="add mod">
          <ac:chgData name="Sharanya Sahu" userId="5c5397e115b556e9" providerId="LiveId" clId="{ABF83788-C895-4206-9B43-E647C8063968}" dt="2024-09-13T07:37:05.592" v="11103" actId="20577"/>
          <ac:spMkLst>
            <pc:docMk/>
            <pc:sldMk cId="3187043116" sldId="267"/>
            <ac:spMk id="16" creationId="{C80A75B0-5300-5F50-7A0A-540D62A1C2C8}"/>
          </ac:spMkLst>
        </pc:spChg>
        <pc:spChg chg="add del">
          <ac:chgData name="Sharanya Sahu" userId="5c5397e115b556e9" providerId="LiveId" clId="{ABF83788-C895-4206-9B43-E647C8063968}" dt="2024-09-12T17:26:29.029" v="7634" actId="26606"/>
          <ac:spMkLst>
            <pc:docMk/>
            <pc:sldMk cId="3187043116" sldId="267"/>
            <ac:spMk id="20" creationId="{B7B42F36-B3C1-4247-AF36-090F0134ED59}"/>
          </ac:spMkLst>
        </pc:spChg>
        <pc:spChg chg="add del">
          <ac:chgData name="Sharanya Sahu" userId="5c5397e115b556e9" providerId="LiveId" clId="{ABF83788-C895-4206-9B43-E647C8063968}" dt="2024-09-12T17:28:43.930" v="7804" actId="26606"/>
          <ac:spMkLst>
            <pc:docMk/>
            <pc:sldMk cId="3187043116" sldId="267"/>
            <ac:spMk id="21" creationId="{2ABE1108-6423-4E53-85A1-817683043C77}"/>
          </ac:spMkLst>
        </pc:spChg>
        <pc:spChg chg="add del">
          <ac:chgData name="Sharanya Sahu" userId="5c5397e115b556e9" providerId="LiveId" clId="{ABF83788-C895-4206-9B43-E647C8063968}" dt="2024-09-12T17:26:29.029" v="7634" actId="26606"/>
          <ac:spMkLst>
            <pc:docMk/>
            <pc:sldMk cId="3187043116" sldId="267"/>
            <ac:spMk id="22" creationId="{FEF131A2-E574-4D95-A322-C5FF0B64E821}"/>
          </ac:spMkLst>
        </pc:spChg>
        <pc:spChg chg="add">
          <ac:chgData name="Sharanya Sahu" userId="5c5397e115b556e9" providerId="LiveId" clId="{ABF83788-C895-4206-9B43-E647C8063968}" dt="2024-09-12T17:28:43.936" v="7805" actId="26606"/>
          <ac:spMkLst>
            <pc:docMk/>
            <pc:sldMk cId="3187043116" sldId="267"/>
            <ac:spMk id="23" creationId="{0ADDB668-2CA4-4D2B-9C34-3487CA330BA8}"/>
          </ac:spMkLst>
        </pc:spChg>
        <pc:spChg chg="add del">
          <ac:chgData name="Sharanya Sahu" userId="5c5397e115b556e9" providerId="LiveId" clId="{ABF83788-C895-4206-9B43-E647C8063968}" dt="2024-09-12T17:26:29.029" v="7634" actId="26606"/>
          <ac:spMkLst>
            <pc:docMk/>
            <pc:sldMk cId="3187043116" sldId="267"/>
            <ac:spMk id="24" creationId="{696B4F8D-F261-41C2-B0A1-B0899F667F0C}"/>
          </ac:spMkLst>
        </pc:spChg>
        <pc:spChg chg="add">
          <ac:chgData name="Sharanya Sahu" userId="5c5397e115b556e9" providerId="LiveId" clId="{ABF83788-C895-4206-9B43-E647C8063968}" dt="2024-09-12T17:28:43.936" v="7805" actId="26606"/>
          <ac:spMkLst>
            <pc:docMk/>
            <pc:sldMk cId="3187043116" sldId="267"/>
            <ac:spMk id="25" creationId="{2568BC19-F052-4108-93E1-6A3D1DEC072F}"/>
          </ac:spMkLst>
        </pc:spChg>
        <pc:spChg chg="add del">
          <ac:chgData name="Sharanya Sahu" userId="5c5397e115b556e9" providerId="LiveId" clId="{ABF83788-C895-4206-9B43-E647C8063968}" dt="2024-09-12T17:26:29.029" v="7634" actId="26606"/>
          <ac:spMkLst>
            <pc:docMk/>
            <pc:sldMk cId="3187043116" sldId="267"/>
            <ac:spMk id="26" creationId="{A3C7563A-4B20-4E0B-8548-374928B55F30}"/>
          </ac:spMkLst>
        </pc:spChg>
        <pc:spChg chg="add">
          <ac:chgData name="Sharanya Sahu" userId="5c5397e115b556e9" providerId="LiveId" clId="{ABF83788-C895-4206-9B43-E647C8063968}" dt="2024-09-12T17:28:43.936" v="7805" actId="26606"/>
          <ac:spMkLst>
            <pc:docMk/>
            <pc:sldMk cId="3187043116" sldId="267"/>
            <ac:spMk id="27" creationId="{D5FD337D-4D6B-4C8B-B6F5-121097E09881}"/>
          </ac:spMkLst>
        </pc:spChg>
        <pc:spChg chg="add del">
          <ac:chgData name="Sharanya Sahu" userId="5c5397e115b556e9" providerId="LiveId" clId="{ABF83788-C895-4206-9B43-E647C8063968}" dt="2024-09-12T17:26:31.527" v="7636" actId="26606"/>
          <ac:spMkLst>
            <pc:docMk/>
            <pc:sldMk cId="3187043116" sldId="267"/>
            <ac:spMk id="28" creationId="{F7EDEA10-087E-4352-A848-7D9888DC6745}"/>
          </ac:spMkLst>
        </pc:spChg>
        <pc:spChg chg="add del">
          <ac:chgData name="Sharanya Sahu" userId="5c5397e115b556e9" providerId="LiveId" clId="{ABF83788-C895-4206-9B43-E647C8063968}" dt="2024-09-12T17:26:31.527" v="7636" actId="26606"/>
          <ac:spMkLst>
            <pc:docMk/>
            <pc:sldMk cId="3187043116" sldId="267"/>
            <ac:spMk id="29" creationId="{605D77EC-B84E-48F8-9EC4-93E851C0FA25}"/>
          </ac:spMkLst>
        </pc:spChg>
        <pc:spChg chg="add">
          <ac:chgData name="Sharanya Sahu" userId="5c5397e115b556e9" providerId="LiveId" clId="{ABF83788-C895-4206-9B43-E647C8063968}" dt="2024-09-12T17:28:43.936" v="7805" actId="26606"/>
          <ac:spMkLst>
            <pc:docMk/>
            <pc:sldMk cId="3187043116" sldId="267"/>
            <ac:spMk id="30" creationId="{9A42C7B2-7BD6-433A-95AB-5AA4F44B5819}"/>
          </ac:spMkLst>
        </pc:spChg>
        <pc:picChg chg="add mod ord">
          <ac:chgData name="Sharanya Sahu" userId="5c5397e115b556e9" providerId="LiveId" clId="{ABF83788-C895-4206-9B43-E647C8063968}" dt="2024-09-12T17:28:43.936" v="7805" actId="26606"/>
          <ac:picMkLst>
            <pc:docMk/>
            <pc:sldMk cId="3187043116" sldId="267"/>
            <ac:picMk id="5" creationId="{017E84D7-4174-9BF1-419C-6B5657E1AD73}"/>
          </ac:picMkLst>
        </pc:picChg>
        <pc:picChg chg="add del mod">
          <ac:chgData name="Sharanya Sahu" userId="5c5397e115b556e9" providerId="LiveId" clId="{ABF83788-C895-4206-9B43-E647C8063968}" dt="2024-09-12T15:51:05.404" v="7375" actId="478"/>
          <ac:picMkLst>
            <pc:docMk/>
            <pc:sldMk cId="3187043116" sldId="267"/>
            <ac:picMk id="7" creationId="{BF04FAD4-E8E9-E489-0571-936F50F471C2}"/>
          </ac:picMkLst>
        </pc:picChg>
        <pc:picChg chg="add del mod">
          <ac:chgData name="Sharanya Sahu" userId="5c5397e115b556e9" providerId="LiveId" clId="{ABF83788-C895-4206-9B43-E647C8063968}" dt="2024-09-12T15:55:03.404" v="7397" actId="478"/>
          <ac:picMkLst>
            <pc:docMk/>
            <pc:sldMk cId="3187043116" sldId="267"/>
            <ac:picMk id="9" creationId="{5038A12C-A482-1320-C092-1B8CCE655B4E}"/>
          </ac:picMkLst>
        </pc:picChg>
        <pc:picChg chg="add del mod">
          <ac:chgData name="Sharanya Sahu" userId="5c5397e115b556e9" providerId="LiveId" clId="{ABF83788-C895-4206-9B43-E647C8063968}" dt="2024-09-12T15:52:22.199" v="7382" actId="22"/>
          <ac:picMkLst>
            <pc:docMk/>
            <pc:sldMk cId="3187043116" sldId="267"/>
            <ac:picMk id="11" creationId="{8EBF1D6A-A5BF-544C-FBC1-C295B2CACCDE}"/>
          </ac:picMkLst>
        </pc:picChg>
        <pc:picChg chg="add mod">
          <ac:chgData name="Sharanya Sahu" userId="5c5397e115b556e9" providerId="LiveId" clId="{ABF83788-C895-4206-9B43-E647C8063968}" dt="2024-09-12T17:30:21.591" v="7849" actId="1076"/>
          <ac:picMkLst>
            <pc:docMk/>
            <pc:sldMk cId="3187043116" sldId="267"/>
            <ac:picMk id="13" creationId="{D8BA58C7-06E5-BA0A-0EE7-D17E951CE611}"/>
          </ac:picMkLst>
        </pc:picChg>
        <pc:picChg chg="add mod">
          <ac:chgData name="Sharanya Sahu" userId="5c5397e115b556e9" providerId="LiveId" clId="{ABF83788-C895-4206-9B43-E647C8063968}" dt="2024-09-12T17:28:43.936" v="7805" actId="26606"/>
          <ac:picMkLst>
            <pc:docMk/>
            <pc:sldMk cId="3187043116" sldId="267"/>
            <ac:picMk id="15" creationId="{5E7632E6-37DD-5F38-BA78-E87E04A27643}"/>
          </ac:picMkLst>
        </pc:picChg>
      </pc:sldChg>
      <pc:sldChg chg="add del">
        <pc:chgData name="Sharanya Sahu" userId="5c5397e115b556e9" providerId="LiveId" clId="{ABF83788-C895-4206-9B43-E647C8063968}" dt="2024-09-13T10:36:49.585" v="13161" actId="47"/>
        <pc:sldMkLst>
          <pc:docMk/>
          <pc:sldMk cId="3455494218" sldId="268"/>
        </pc:sldMkLst>
      </pc:sldChg>
      <pc:sldChg chg="addSp delSp modSp add mod ord setBg modNotesTx">
        <pc:chgData name="Sharanya Sahu" userId="5c5397e115b556e9" providerId="LiveId" clId="{ABF83788-C895-4206-9B43-E647C8063968}" dt="2024-09-13T11:24:55.348" v="14397" actId="20577"/>
        <pc:sldMkLst>
          <pc:docMk/>
          <pc:sldMk cId="1037469534" sldId="269"/>
        </pc:sldMkLst>
        <pc:spChg chg="del mod">
          <ac:chgData name="Sharanya Sahu" userId="5c5397e115b556e9" providerId="LiveId" clId="{ABF83788-C895-4206-9B43-E647C8063968}" dt="2024-09-13T08:13:14.781" v="11288" actId="478"/>
          <ac:spMkLst>
            <pc:docMk/>
            <pc:sldMk cId="1037469534" sldId="269"/>
            <ac:spMk id="2" creationId="{97EAF8AF-6C17-AFE6-F7BB-192701B8F7F7}"/>
          </ac:spMkLst>
        </pc:spChg>
        <pc:spChg chg="add mod">
          <ac:chgData name="Sharanya Sahu" userId="5c5397e115b556e9" providerId="LiveId" clId="{ABF83788-C895-4206-9B43-E647C8063968}" dt="2024-09-13T10:30:09.506" v="13103" actId="113"/>
          <ac:spMkLst>
            <pc:docMk/>
            <pc:sldMk cId="1037469534" sldId="269"/>
            <ac:spMk id="5" creationId="{E266D197-675C-0178-3FE7-E91F085EE447}"/>
          </ac:spMkLst>
        </pc:spChg>
        <pc:spChg chg="add del">
          <ac:chgData name="Sharanya Sahu" userId="5c5397e115b556e9" providerId="LiveId" clId="{ABF83788-C895-4206-9B43-E647C8063968}" dt="2024-09-13T07:40:09.246" v="11114" actId="26606"/>
          <ac:spMkLst>
            <pc:docMk/>
            <pc:sldMk cId="1037469534" sldId="269"/>
            <ac:spMk id="6" creationId="{665DBBEF-238B-476B-96AB-8AAC3224ECEA}"/>
          </ac:spMkLst>
        </pc:spChg>
        <pc:spChg chg="add">
          <ac:chgData name="Sharanya Sahu" userId="5c5397e115b556e9" providerId="LiveId" clId="{ABF83788-C895-4206-9B43-E647C8063968}" dt="2024-09-13T07:44:41.482" v="11129"/>
          <ac:spMkLst>
            <pc:docMk/>
            <pc:sldMk cId="1037469534" sldId="269"/>
            <ac:spMk id="10" creationId="{39EA33F4-D69A-131B-0E56-B11673EFBD44}"/>
          </ac:spMkLst>
        </pc:spChg>
        <pc:spChg chg="add del">
          <ac:chgData name="Sharanya Sahu" userId="5c5397e115b556e9" providerId="LiveId" clId="{ABF83788-C895-4206-9B43-E647C8063968}" dt="2024-09-13T07:40:09.246" v="11114" actId="26606"/>
          <ac:spMkLst>
            <pc:docMk/>
            <pc:sldMk cId="1037469534" sldId="269"/>
            <ac:spMk id="11" creationId="{3FCFB1DE-0B7E-48CC-BA90-B2AB0889F9D6}"/>
          </ac:spMkLst>
        </pc:spChg>
        <pc:spChg chg="add mod">
          <ac:chgData name="Sharanya Sahu" userId="5c5397e115b556e9" providerId="LiveId" clId="{ABF83788-C895-4206-9B43-E647C8063968}" dt="2024-09-13T09:11:08.274" v="11504" actId="207"/>
          <ac:spMkLst>
            <pc:docMk/>
            <pc:sldMk cId="1037469534" sldId="269"/>
            <ac:spMk id="16" creationId="{186A736E-88D4-D166-2A5E-A86083C5D68C}"/>
          </ac:spMkLst>
        </pc:spChg>
        <pc:spChg chg="add mod">
          <ac:chgData name="Sharanya Sahu" userId="5c5397e115b556e9" providerId="LiveId" clId="{ABF83788-C895-4206-9B43-E647C8063968}" dt="2024-09-13T08:11:21.836" v="11211"/>
          <ac:spMkLst>
            <pc:docMk/>
            <pc:sldMk cId="1037469534" sldId="269"/>
            <ac:spMk id="17" creationId="{CB791F69-D87F-68AB-F060-2962CA3A76DB}"/>
          </ac:spMkLst>
        </pc:spChg>
        <pc:spChg chg="add mod">
          <ac:chgData name="Sharanya Sahu" userId="5c5397e115b556e9" providerId="LiveId" clId="{ABF83788-C895-4206-9B43-E647C8063968}" dt="2024-09-13T11:24:55.348" v="14397" actId="20577"/>
          <ac:spMkLst>
            <pc:docMk/>
            <pc:sldMk cId="1037469534" sldId="269"/>
            <ac:spMk id="18" creationId="{A7805F50-AB3D-8564-0592-4EF3D1838563}"/>
          </ac:spMkLst>
        </pc:spChg>
        <pc:spChg chg="add del mod">
          <ac:chgData name="Sharanya Sahu" userId="5c5397e115b556e9" providerId="LiveId" clId="{ABF83788-C895-4206-9B43-E647C8063968}" dt="2024-09-13T08:13:16.923" v="11289" actId="478"/>
          <ac:spMkLst>
            <pc:docMk/>
            <pc:sldMk cId="1037469534" sldId="269"/>
            <ac:spMk id="20" creationId="{06395EFC-525B-EA0B-5D37-45BE26A0079B}"/>
          </ac:spMkLst>
        </pc:spChg>
        <pc:spChg chg="add mod ord">
          <ac:chgData name="Sharanya Sahu" userId="5c5397e115b556e9" providerId="LiveId" clId="{ABF83788-C895-4206-9B43-E647C8063968}" dt="2024-09-13T08:14:41.881" v="11299" actId="14100"/>
          <ac:spMkLst>
            <pc:docMk/>
            <pc:sldMk cId="1037469534" sldId="269"/>
            <ac:spMk id="21" creationId="{D6C2E430-71FC-6B18-03CB-2986C7D2BA3B}"/>
          </ac:spMkLst>
        </pc:spChg>
        <pc:graphicFrameChg chg="add del mod modGraphic">
          <ac:chgData name="Sharanya Sahu" userId="5c5397e115b556e9" providerId="LiveId" clId="{ABF83788-C895-4206-9B43-E647C8063968}" dt="2024-09-13T07:40:52.892" v="11121" actId="478"/>
          <ac:graphicFrameMkLst>
            <pc:docMk/>
            <pc:sldMk cId="1037469534" sldId="269"/>
            <ac:graphicFrameMk id="4" creationId="{AFA8CC14-E0EE-B472-7B42-19B13F4F605E}"/>
          </ac:graphicFrameMkLst>
        </pc:graphicFrameChg>
        <pc:graphicFrameChg chg="add del mod modGraphic">
          <ac:chgData name="Sharanya Sahu" userId="5c5397e115b556e9" providerId="LiveId" clId="{ABF83788-C895-4206-9B43-E647C8063968}" dt="2024-09-13T07:48:37.153" v="11136" actId="478"/>
          <ac:graphicFrameMkLst>
            <pc:docMk/>
            <pc:sldMk cId="1037469534" sldId="269"/>
            <ac:graphicFrameMk id="14" creationId="{33730B34-D5FD-44AC-29E3-7F0F418E2BA2}"/>
          </ac:graphicFrameMkLst>
        </pc:graphicFrameChg>
        <pc:graphicFrameChg chg="add del mod modGraphic">
          <ac:chgData name="Sharanya Sahu" userId="5c5397e115b556e9" providerId="LiveId" clId="{ABF83788-C895-4206-9B43-E647C8063968}" dt="2024-09-13T08:09:46.354" v="11169" actId="1032"/>
          <ac:graphicFrameMkLst>
            <pc:docMk/>
            <pc:sldMk cId="1037469534" sldId="269"/>
            <ac:graphicFrameMk id="15" creationId="{20E0CD5D-34DE-2B93-120F-94DD6D36D67A}"/>
          </ac:graphicFrameMkLst>
        </pc:graphicFrameChg>
        <pc:picChg chg="add del mod">
          <ac:chgData name="Sharanya Sahu" userId="5c5397e115b556e9" providerId="LiveId" clId="{ABF83788-C895-4206-9B43-E647C8063968}" dt="2024-09-13T07:37:38.408" v="11104" actId="478"/>
          <ac:picMkLst>
            <pc:docMk/>
            <pc:sldMk cId="1037469534" sldId="269"/>
            <ac:picMk id="3" creationId="{0F499447-2B13-095A-0DCD-DCACD56A7B22}"/>
          </ac:picMkLst>
        </pc:picChg>
        <pc:picChg chg="del">
          <ac:chgData name="Sharanya Sahu" userId="5c5397e115b556e9" providerId="LiveId" clId="{ABF83788-C895-4206-9B43-E647C8063968}" dt="2024-09-13T07:37:58.945" v="11107" actId="478"/>
          <ac:picMkLst>
            <pc:docMk/>
            <pc:sldMk cId="1037469534" sldId="269"/>
            <ac:picMk id="7" creationId="{02BB9D43-48CE-8668-7B5B-86776A525377}"/>
          </ac:picMkLst>
        </pc:picChg>
        <pc:picChg chg="add mod">
          <ac:chgData name="Sharanya Sahu" userId="5c5397e115b556e9" providerId="LiveId" clId="{ABF83788-C895-4206-9B43-E647C8063968}" dt="2024-09-13T08:11:58.632" v="11280" actId="14100"/>
          <ac:picMkLst>
            <pc:docMk/>
            <pc:sldMk cId="1037469534" sldId="269"/>
            <ac:picMk id="8" creationId="{77BD6247-DA94-B595-41A7-1D123FDCE67A}"/>
          </ac:picMkLst>
        </pc:picChg>
        <pc:picChg chg="del">
          <ac:chgData name="Sharanya Sahu" userId="5c5397e115b556e9" providerId="LiveId" clId="{ABF83788-C895-4206-9B43-E647C8063968}" dt="2024-09-13T07:37:40.730" v="11105" actId="478"/>
          <ac:picMkLst>
            <pc:docMk/>
            <pc:sldMk cId="1037469534" sldId="269"/>
            <ac:picMk id="9" creationId="{C063167E-1435-CC43-33A1-73ADE74AD9F8}"/>
          </ac:picMkLst>
        </pc:picChg>
        <pc:picChg chg="add del mod">
          <ac:chgData name="Sharanya Sahu" userId="5c5397e115b556e9" providerId="LiveId" clId="{ABF83788-C895-4206-9B43-E647C8063968}" dt="2024-09-13T08:10:15.606" v="11176" actId="14100"/>
          <ac:picMkLst>
            <pc:docMk/>
            <pc:sldMk cId="1037469534" sldId="269"/>
            <ac:picMk id="12" creationId="{66ACEA19-7963-B32F-39FE-5E5E4A174DC5}"/>
          </ac:picMkLst>
        </pc:picChg>
        <pc:picChg chg="del">
          <ac:chgData name="Sharanya Sahu" userId="5c5397e115b556e9" providerId="LiveId" clId="{ABF83788-C895-4206-9B43-E647C8063968}" dt="2024-09-13T07:20:17.860" v="10500" actId="478"/>
          <ac:picMkLst>
            <pc:docMk/>
            <pc:sldMk cId="1037469534" sldId="269"/>
            <ac:picMk id="13" creationId="{86368355-9A0A-7599-DFD2-36AB0A1920DE}"/>
          </ac:picMkLst>
        </pc:picChg>
      </pc:sldChg>
      <pc:sldChg chg="addSp delSp modSp new mod ord setBg modNotesTx">
        <pc:chgData name="Sharanya Sahu" userId="5c5397e115b556e9" providerId="LiveId" clId="{ABF83788-C895-4206-9B43-E647C8063968}" dt="2024-09-13T10:49:38.226" v="13581" actId="207"/>
        <pc:sldMkLst>
          <pc:docMk/>
          <pc:sldMk cId="3309392472" sldId="270"/>
        </pc:sldMkLst>
        <pc:spChg chg="del mod">
          <ac:chgData name="Sharanya Sahu" userId="5c5397e115b556e9" providerId="LiveId" clId="{ABF83788-C895-4206-9B43-E647C8063968}" dt="2024-09-13T07:27:01.350" v="10624" actId="26606"/>
          <ac:spMkLst>
            <pc:docMk/>
            <pc:sldMk cId="3309392472" sldId="270"/>
            <ac:spMk id="2" creationId="{EF081402-A9A8-853F-A70F-962729F8BEA9}"/>
          </ac:spMkLst>
        </pc:spChg>
        <pc:spChg chg="del">
          <ac:chgData name="Sharanya Sahu" userId="5c5397e115b556e9" providerId="LiveId" clId="{ABF83788-C895-4206-9B43-E647C8063968}" dt="2024-09-13T07:27:01.350" v="10624" actId="26606"/>
          <ac:spMkLst>
            <pc:docMk/>
            <pc:sldMk cId="3309392472" sldId="270"/>
            <ac:spMk id="3" creationId="{21F7C399-C44E-E605-B98F-4DFD49E45033}"/>
          </ac:spMkLst>
        </pc:spChg>
        <pc:spChg chg="add mod ord">
          <ac:chgData name="Sharanya Sahu" userId="5c5397e115b556e9" providerId="LiveId" clId="{ABF83788-C895-4206-9B43-E647C8063968}" dt="2024-09-13T09:30:48.578" v="12029" actId="5793"/>
          <ac:spMkLst>
            <pc:docMk/>
            <pc:sldMk cId="3309392472" sldId="270"/>
            <ac:spMk id="4" creationId="{399966D2-6C2F-F902-D788-7FC700E74611}"/>
          </ac:spMkLst>
        </pc:spChg>
        <pc:spChg chg="add mod">
          <ac:chgData name="Sharanya Sahu" userId="5c5397e115b556e9" providerId="LiveId" clId="{ABF83788-C895-4206-9B43-E647C8063968}" dt="2024-09-13T10:49:38.226" v="13581" actId="207"/>
          <ac:spMkLst>
            <pc:docMk/>
            <pc:sldMk cId="3309392472" sldId="270"/>
            <ac:spMk id="5" creationId="{782DE3FF-E322-06A3-95B0-F4ED582F5429}"/>
          </ac:spMkLst>
        </pc:spChg>
        <pc:spChg chg="add mod">
          <ac:chgData name="Sharanya Sahu" userId="5c5397e115b556e9" providerId="LiveId" clId="{ABF83788-C895-4206-9B43-E647C8063968}" dt="2024-09-13T10:49:21.862" v="13580" actId="1036"/>
          <ac:spMkLst>
            <pc:docMk/>
            <pc:sldMk cId="3309392472" sldId="270"/>
            <ac:spMk id="6" creationId="{E50D35BD-A926-6DBA-313A-91BC33A7C224}"/>
          </ac:spMkLst>
        </pc:spChg>
        <pc:spChg chg="add del">
          <ac:chgData name="Sharanya Sahu" userId="5c5397e115b556e9" providerId="LiveId" clId="{ABF83788-C895-4206-9B43-E647C8063968}" dt="2024-09-13T07:34:40.323" v="11040" actId="26606"/>
          <ac:spMkLst>
            <pc:docMk/>
            <pc:sldMk cId="3309392472" sldId="270"/>
            <ac:spMk id="2057" creationId="{42A4FC2C-047E-45A5-965D-8E1E3BF09BC6}"/>
          </ac:spMkLst>
        </pc:spChg>
        <pc:spChg chg="add del">
          <ac:chgData name="Sharanya Sahu" userId="5c5397e115b556e9" providerId="LiveId" clId="{ABF83788-C895-4206-9B43-E647C8063968}" dt="2024-09-13T07:35:09.697" v="11044" actId="26606"/>
          <ac:spMkLst>
            <pc:docMk/>
            <pc:sldMk cId="3309392472" sldId="270"/>
            <ac:spMk id="2062" creationId="{04812C46-200A-4DEB-A05E-3ED6C68C2387}"/>
          </ac:spMkLst>
        </pc:spChg>
        <pc:spChg chg="add del">
          <ac:chgData name="Sharanya Sahu" userId="5c5397e115b556e9" providerId="LiveId" clId="{ABF83788-C895-4206-9B43-E647C8063968}" dt="2024-09-13T07:35:09.697" v="11044" actId="26606"/>
          <ac:spMkLst>
            <pc:docMk/>
            <pc:sldMk cId="3309392472" sldId="270"/>
            <ac:spMk id="2064" creationId="{D1EA859B-E555-4109-94F3-6700E046E008}"/>
          </ac:spMkLst>
        </pc:spChg>
        <pc:spChg chg="add del">
          <ac:chgData name="Sharanya Sahu" userId="5c5397e115b556e9" providerId="LiveId" clId="{ABF83788-C895-4206-9B43-E647C8063968}" dt="2024-09-13T09:17:50.065" v="11671" actId="26606"/>
          <ac:spMkLst>
            <pc:docMk/>
            <pc:sldMk cId="3309392472" sldId="270"/>
            <ac:spMk id="2069" creationId="{2B97F24A-32CE-4C1C-A50D-3016B394DCFB}"/>
          </ac:spMkLst>
        </pc:spChg>
        <pc:spChg chg="add del">
          <ac:chgData name="Sharanya Sahu" userId="5c5397e115b556e9" providerId="LiveId" clId="{ABF83788-C895-4206-9B43-E647C8063968}" dt="2024-09-13T09:17:50.065" v="11671" actId="26606"/>
          <ac:spMkLst>
            <pc:docMk/>
            <pc:sldMk cId="3309392472" sldId="270"/>
            <ac:spMk id="2071" creationId="{CD8B4F24-440B-49E9-B85D-733523DC064B}"/>
          </ac:spMkLst>
        </pc:spChg>
        <pc:spChg chg="add del">
          <ac:chgData name="Sharanya Sahu" userId="5c5397e115b556e9" providerId="LiveId" clId="{ABF83788-C895-4206-9B43-E647C8063968}" dt="2024-09-13T09:15:36.707" v="11598" actId="26606"/>
          <ac:spMkLst>
            <pc:docMk/>
            <pc:sldMk cId="3309392472" sldId="270"/>
            <ac:spMk id="2073" creationId="{327D73B4-9F5C-4A64-A179-51B9500CB8B5}"/>
          </ac:spMkLst>
        </pc:spChg>
        <pc:spChg chg="add del">
          <ac:chgData name="Sharanya Sahu" userId="5c5397e115b556e9" providerId="LiveId" clId="{ABF83788-C895-4206-9B43-E647C8063968}" dt="2024-09-13T09:15:36.707" v="11598" actId="26606"/>
          <ac:spMkLst>
            <pc:docMk/>
            <pc:sldMk cId="3309392472" sldId="270"/>
            <ac:spMk id="2074" creationId="{C1F06963-6374-4B48-844F-071A9BAAAE02}"/>
          </ac:spMkLst>
        </pc:spChg>
        <pc:spChg chg="add del">
          <ac:chgData name="Sharanya Sahu" userId="5c5397e115b556e9" providerId="LiveId" clId="{ABF83788-C895-4206-9B43-E647C8063968}" dt="2024-09-13T09:15:57.434" v="11600" actId="26606"/>
          <ac:spMkLst>
            <pc:docMk/>
            <pc:sldMk cId="3309392472" sldId="270"/>
            <ac:spMk id="2075" creationId="{04812C46-200A-4DEB-A05E-3ED6C68C2387}"/>
          </ac:spMkLst>
        </pc:spChg>
        <pc:spChg chg="add del">
          <ac:chgData name="Sharanya Sahu" userId="5c5397e115b556e9" providerId="LiveId" clId="{ABF83788-C895-4206-9B43-E647C8063968}" dt="2024-09-13T09:14:47.860" v="11596" actId="26606"/>
          <ac:spMkLst>
            <pc:docMk/>
            <pc:sldMk cId="3309392472" sldId="270"/>
            <ac:spMk id="2076" creationId="{04812C46-200A-4DEB-A05E-3ED6C68C2387}"/>
          </ac:spMkLst>
        </pc:spChg>
        <pc:spChg chg="add del">
          <ac:chgData name="Sharanya Sahu" userId="5c5397e115b556e9" providerId="LiveId" clId="{ABF83788-C895-4206-9B43-E647C8063968}" dt="2024-09-13T09:15:57.434" v="11600" actId="26606"/>
          <ac:spMkLst>
            <pc:docMk/>
            <pc:sldMk cId="3309392472" sldId="270"/>
            <ac:spMk id="2077" creationId="{D1EA859B-E555-4109-94F3-6700E046E008}"/>
          </ac:spMkLst>
        </pc:spChg>
        <pc:spChg chg="add del">
          <ac:chgData name="Sharanya Sahu" userId="5c5397e115b556e9" providerId="LiveId" clId="{ABF83788-C895-4206-9B43-E647C8063968}" dt="2024-09-13T09:14:47.860" v="11596" actId="26606"/>
          <ac:spMkLst>
            <pc:docMk/>
            <pc:sldMk cId="3309392472" sldId="270"/>
            <ac:spMk id="2078" creationId="{D1EA859B-E555-4109-94F3-6700E046E008}"/>
          </ac:spMkLst>
        </pc:spChg>
        <pc:spChg chg="add del">
          <ac:chgData name="Sharanya Sahu" userId="5c5397e115b556e9" providerId="LiveId" clId="{ABF83788-C895-4206-9B43-E647C8063968}" dt="2024-09-13T09:20:05.336" v="11783" actId="26606"/>
          <ac:spMkLst>
            <pc:docMk/>
            <pc:sldMk cId="3309392472" sldId="270"/>
            <ac:spMk id="2079" creationId="{04812C46-200A-4DEB-A05E-3ED6C68C2387}"/>
          </ac:spMkLst>
        </pc:spChg>
        <pc:spChg chg="add del">
          <ac:chgData name="Sharanya Sahu" userId="5c5397e115b556e9" providerId="LiveId" clId="{ABF83788-C895-4206-9B43-E647C8063968}" dt="2024-09-13T09:15:36.707" v="11598" actId="26606"/>
          <ac:spMkLst>
            <pc:docMk/>
            <pc:sldMk cId="3309392472" sldId="270"/>
            <ac:spMk id="2080" creationId="{6CB927A4-E432-4310-9CD5-E89FF5063179}"/>
          </ac:spMkLst>
        </pc:spChg>
        <pc:spChg chg="add del">
          <ac:chgData name="Sharanya Sahu" userId="5c5397e115b556e9" providerId="LiveId" clId="{ABF83788-C895-4206-9B43-E647C8063968}" dt="2024-09-13T09:30:09.068" v="12026" actId="26606"/>
          <ac:spMkLst>
            <pc:docMk/>
            <pc:sldMk cId="3309392472" sldId="270"/>
            <ac:spMk id="2081" creationId="{ECC07320-C2CA-4E29-8481-9D9E143C7788}"/>
          </ac:spMkLst>
        </pc:spChg>
        <pc:spChg chg="add del">
          <ac:chgData name="Sharanya Sahu" userId="5c5397e115b556e9" providerId="LiveId" clId="{ABF83788-C895-4206-9B43-E647C8063968}" dt="2024-09-13T09:15:36.707" v="11598" actId="26606"/>
          <ac:spMkLst>
            <pc:docMk/>
            <pc:sldMk cId="3309392472" sldId="270"/>
            <ac:spMk id="2082" creationId="{1453BF6C-B012-48B7-B4E8-6D7AC7C27D02}"/>
          </ac:spMkLst>
        </pc:spChg>
        <pc:spChg chg="add del">
          <ac:chgData name="Sharanya Sahu" userId="5c5397e115b556e9" providerId="LiveId" clId="{ABF83788-C895-4206-9B43-E647C8063968}" dt="2024-09-13T09:30:09.068" v="12026" actId="26606"/>
          <ac:spMkLst>
            <pc:docMk/>
            <pc:sldMk cId="3309392472" sldId="270"/>
            <ac:spMk id="2083" creationId="{178FB36B-5BFE-42CA-BC60-1115E0D95EEC}"/>
          </ac:spMkLst>
        </pc:spChg>
        <pc:spChg chg="add del">
          <ac:chgData name="Sharanya Sahu" userId="5c5397e115b556e9" providerId="LiveId" clId="{ABF83788-C895-4206-9B43-E647C8063968}" dt="2024-09-13T09:15:36.707" v="11598" actId="26606"/>
          <ac:spMkLst>
            <pc:docMk/>
            <pc:sldMk cId="3309392472" sldId="270"/>
            <ac:spMk id="2084" creationId="{E3020543-B24B-4EC4-8FFC-8DD88EEA91A8}"/>
          </ac:spMkLst>
        </pc:spChg>
        <pc:spChg chg="add del">
          <ac:chgData name="Sharanya Sahu" userId="5c5397e115b556e9" providerId="LiveId" clId="{ABF83788-C895-4206-9B43-E647C8063968}" dt="2024-09-13T09:30:34.573" v="12028" actId="26606"/>
          <ac:spMkLst>
            <pc:docMk/>
            <pc:sldMk cId="3309392472" sldId="270"/>
            <ac:spMk id="2088" creationId="{AE3A741D-C19B-960A-5803-1C5887147820}"/>
          </ac:spMkLst>
        </pc:spChg>
        <pc:spChg chg="add del">
          <ac:chgData name="Sharanya Sahu" userId="5c5397e115b556e9" providerId="LiveId" clId="{ABF83788-C895-4206-9B43-E647C8063968}" dt="2024-09-13T09:30:34.573" v="12028" actId="26606"/>
          <ac:spMkLst>
            <pc:docMk/>
            <pc:sldMk cId="3309392472" sldId="270"/>
            <ac:spMk id="2090" creationId="{DC39DE25-0E4E-0AA7-0932-1D78C2372786}"/>
          </ac:spMkLst>
        </pc:spChg>
        <pc:spChg chg="add del">
          <ac:chgData name="Sharanya Sahu" userId="5c5397e115b556e9" providerId="LiveId" clId="{ABF83788-C895-4206-9B43-E647C8063968}" dt="2024-09-13T09:30:34.573" v="12028" actId="26606"/>
          <ac:spMkLst>
            <pc:docMk/>
            <pc:sldMk cId="3309392472" sldId="270"/>
            <ac:spMk id="2092" creationId="{8D6EA299-0840-6DEA-E670-C49AEBC87E89}"/>
          </ac:spMkLst>
        </pc:spChg>
        <pc:grpChg chg="add">
          <ac:chgData name="Sharanya Sahu" userId="5c5397e115b556e9" providerId="LiveId" clId="{ABF83788-C895-4206-9B43-E647C8063968}" dt="2024-09-13T09:30:34.573" v="12028" actId="26606"/>
          <ac:grpSpMkLst>
            <pc:docMk/>
            <pc:sldMk cId="3309392472" sldId="270"/>
            <ac:grpSpMk id="2097" creationId="{31C49F18-8757-4E87-5C2E-9D6D7B82BA3B}"/>
          </ac:grpSpMkLst>
        </pc:grpChg>
        <pc:picChg chg="add del mod">
          <ac:chgData name="Sharanya Sahu" userId="5c5397e115b556e9" providerId="LiveId" clId="{ABF83788-C895-4206-9B43-E647C8063968}" dt="2024-09-13T07:26:53.707" v="10622" actId="478"/>
          <ac:picMkLst>
            <pc:docMk/>
            <pc:sldMk cId="3309392472" sldId="270"/>
            <ac:picMk id="2050" creationId="{DA732A96-8893-DF8D-2903-2D7FCA733157}"/>
          </ac:picMkLst>
        </pc:picChg>
        <pc:picChg chg="add mod ord">
          <ac:chgData name="Sharanya Sahu" userId="5c5397e115b556e9" providerId="LiveId" clId="{ABF83788-C895-4206-9B43-E647C8063968}" dt="2024-09-13T09:30:34.573" v="12028" actId="26606"/>
          <ac:picMkLst>
            <pc:docMk/>
            <pc:sldMk cId="3309392472" sldId="270"/>
            <ac:picMk id="2052" creationId="{B4D2E0E7-CCAF-3CC9-9589-C0A06E5C5A85}"/>
          </ac:picMkLst>
        </pc:picChg>
        <pc:cxnChg chg="add del">
          <ac:chgData name="Sharanya Sahu" userId="5c5397e115b556e9" providerId="LiveId" clId="{ABF83788-C895-4206-9B43-E647C8063968}" dt="2024-09-13T09:15:36.707" v="11598" actId="26606"/>
          <ac:cxnSpMkLst>
            <pc:docMk/>
            <pc:sldMk cId="3309392472" sldId="270"/>
            <ac:cxnSpMk id="2086" creationId="{C49DA8F6-BCC1-4447-B54C-57856834B94B}"/>
          </ac:cxnSpMkLst>
        </pc:cxnChg>
      </pc:sldChg>
      <pc:sldChg chg="addSp delSp modSp add mod ord modNotesTx">
        <pc:chgData name="Sharanya Sahu" userId="5c5397e115b556e9" providerId="LiveId" clId="{ABF83788-C895-4206-9B43-E647C8063968}" dt="2024-09-13T11:36:06.035" v="14569" actId="20577"/>
        <pc:sldMkLst>
          <pc:docMk/>
          <pc:sldMk cId="2942694639" sldId="271"/>
        </pc:sldMkLst>
        <pc:spChg chg="add del mod">
          <ac:chgData name="Sharanya Sahu" userId="5c5397e115b556e9" providerId="LiveId" clId="{ABF83788-C895-4206-9B43-E647C8063968}" dt="2024-09-13T10:13:19.269" v="12870" actId="478"/>
          <ac:spMkLst>
            <pc:docMk/>
            <pc:sldMk cId="2942694639" sldId="271"/>
            <ac:spMk id="2" creationId="{DA97A165-F120-34FB-761D-F71364264F25}"/>
          </ac:spMkLst>
        </pc:spChg>
        <pc:spChg chg="add del mod">
          <ac:chgData name="Sharanya Sahu" userId="5c5397e115b556e9" providerId="LiveId" clId="{ABF83788-C895-4206-9B43-E647C8063968}" dt="2024-09-13T10:13:17.366" v="12869" actId="478"/>
          <ac:spMkLst>
            <pc:docMk/>
            <pc:sldMk cId="2942694639" sldId="271"/>
            <ac:spMk id="3" creationId="{19CEC889-4174-96D6-AF73-302DE229DB96}"/>
          </ac:spMkLst>
        </pc:spChg>
        <pc:spChg chg="del mod ord">
          <ac:chgData name="Sharanya Sahu" userId="5c5397e115b556e9" providerId="LiveId" clId="{ABF83788-C895-4206-9B43-E647C8063968}" dt="2024-09-13T10:11:35.226" v="12800" actId="478"/>
          <ac:spMkLst>
            <pc:docMk/>
            <pc:sldMk cId="2942694639" sldId="271"/>
            <ac:spMk id="5" creationId="{12EFE694-8665-3DA2-64D0-E552419F2C42}"/>
          </ac:spMkLst>
        </pc:spChg>
        <pc:spChg chg="add mod">
          <ac:chgData name="Sharanya Sahu" userId="5c5397e115b556e9" providerId="LiveId" clId="{ABF83788-C895-4206-9B43-E647C8063968}" dt="2024-09-13T11:27:34.632" v="14400" actId="14100"/>
          <ac:spMkLst>
            <pc:docMk/>
            <pc:sldMk cId="2942694639" sldId="271"/>
            <ac:spMk id="8" creationId="{7675B4B0-435B-8497-C458-0731923F45DA}"/>
          </ac:spMkLst>
        </pc:spChg>
        <pc:spChg chg="add del mod">
          <ac:chgData name="Sharanya Sahu" userId="5c5397e115b556e9" providerId="LiveId" clId="{ABF83788-C895-4206-9B43-E647C8063968}" dt="2024-09-13T10:40:06.543" v="13223" actId="478"/>
          <ac:spMkLst>
            <pc:docMk/>
            <pc:sldMk cId="2942694639" sldId="271"/>
            <ac:spMk id="9" creationId="{05B4E8CC-3E62-34B4-0376-71F83F0DDD84}"/>
          </ac:spMkLst>
        </pc:spChg>
        <pc:spChg chg="add mod">
          <ac:chgData name="Sharanya Sahu" userId="5c5397e115b556e9" providerId="LiveId" clId="{ABF83788-C895-4206-9B43-E647C8063968}" dt="2024-09-13T11:27:38.428" v="14401" actId="14100"/>
          <ac:spMkLst>
            <pc:docMk/>
            <pc:sldMk cId="2942694639" sldId="271"/>
            <ac:spMk id="10" creationId="{508FD2D3-E150-A3D3-1632-C69079B2FE98}"/>
          </ac:spMkLst>
        </pc:spChg>
        <pc:spChg chg="del mod">
          <ac:chgData name="Sharanya Sahu" userId="5c5397e115b556e9" providerId="LiveId" clId="{ABF83788-C895-4206-9B43-E647C8063968}" dt="2024-09-13T10:24:52.614" v="12908" actId="478"/>
          <ac:spMkLst>
            <pc:docMk/>
            <pc:sldMk cId="2942694639" sldId="271"/>
            <ac:spMk id="16" creationId="{3B0B467D-C4CB-CA43-D91D-689EF4110B5D}"/>
          </ac:spMkLst>
        </pc:spChg>
        <pc:spChg chg="del">
          <ac:chgData name="Sharanya Sahu" userId="5c5397e115b556e9" providerId="LiveId" clId="{ABF83788-C895-4206-9B43-E647C8063968}" dt="2024-09-13T09:44:03.973" v="12309" actId="26606"/>
          <ac:spMkLst>
            <pc:docMk/>
            <pc:sldMk cId="2942694639" sldId="271"/>
            <ac:spMk id="26" creationId="{743AA782-23D1-4521-8CAD-47662984AA08}"/>
          </ac:spMkLst>
        </pc:spChg>
        <pc:spChg chg="del">
          <ac:chgData name="Sharanya Sahu" userId="5c5397e115b556e9" providerId="LiveId" clId="{ABF83788-C895-4206-9B43-E647C8063968}" dt="2024-09-13T09:44:03.973" v="12309" actId="26606"/>
          <ac:spMkLst>
            <pc:docMk/>
            <pc:sldMk cId="2942694639" sldId="271"/>
            <ac:spMk id="28" creationId="{71877DBC-BB60-40F0-AC93-2ACDBAAE60CE}"/>
          </ac:spMkLst>
        </pc:spChg>
        <pc:spChg chg="add">
          <ac:chgData name="Sharanya Sahu" userId="5c5397e115b556e9" providerId="LiveId" clId="{ABF83788-C895-4206-9B43-E647C8063968}" dt="2024-09-13T09:44:03.973" v="12309" actId="26606"/>
          <ac:spMkLst>
            <pc:docMk/>
            <pc:sldMk cId="2942694639" sldId="271"/>
            <ac:spMk id="33" creationId="{FA69AAE0-49D5-4C8B-8BA2-55898C00E05E}"/>
          </ac:spMkLst>
        </pc:spChg>
        <pc:graphicFrameChg chg="add mod modGraphic">
          <ac:chgData name="Sharanya Sahu" userId="5c5397e115b556e9" providerId="LiveId" clId="{ABF83788-C895-4206-9B43-E647C8063968}" dt="2024-09-13T11:36:06.035" v="14569" actId="20577"/>
          <ac:graphicFrameMkLst>
            <pc:docMk/>
            <pc:sldMk cId="2942694639" sldId="271"/>
            <ac:graphicFrameMk id="6" creationId="{7A1F8DB1-C62C-2705-7E12-1A3816CF3871}"/>
          </ac:graphicFrameMkLst>
        </pc:graphicFrameChg>
        <pc:picChg chg="del">
          <ac:chgData name="Sharanya Sahu" userId="5c5397e115b556e9" providerId="LiveId" clId="{ABF83788-C895-4206-9B43-E647C8063968}" dt="2024-09-13T09:42:01.548" v="12259" actId="478"/>
          <ac:picMkLst>
            <pc:docMk/>
            <pc:sldMk cId="2942694639" sldId="271"/>
            <ac:picMk id="4" creationId="{12FBD480-34AC-06C7-D3F8-22BBE5B81F30}"/>
          </ac:picMkLst>
        </pc:picChg>
        <pc:picChg chg="add mod">
          <ac:chgData name="Sharanya Sahu" userId="5c5397e115b556e9" providerId="LiveId" clId="{ABF83788-C895-4206-9B43-E647C8063968}" dt="2024-09-13T10:40:35.995" v="13367" actId="1037"/>
          <ac:picMkLst>
            <pc:docMk/>
            <pc:sldMk cId="2942694639" sldId="271"/>
            <ac:picMk id="7" creationId="{D1717054-D0F4-7609-A341-82908ACF7F0D}"/>
          </ac:picMkLst>
        </pc:picChg>
      </pc:sldChg>
      <pc:sldChg chg="addSp delSp modSp add del mod">
        <pc:chgData name="Sharanya Sahu" userId="5c5397e115b556e9" providerId="LiveId" clId="{ABF83788-C895-4206-9B43-E647C8063968}" dt="2024-09-13T08:09:56.662" v="11173" actId="47"/>
        <pc:sldMkLst>
          <pc:docMk/>
          <pc:sldMk cId="3951678433" sldId="271"/>
        </pc:sldMkLst>
        <pc:spChg chg="add mod ord">
          <ac:chgData name="Sharanya Sahu" userId="5c5397e115b556e9" providerId="LiveId" clId="{ABF83788-C895-4206-9B43-E647C8063968}" dt="2024-09-13T07:38:36.201" v="11112" actId="5793"/>
          <ac:spMkLst>
            <pc:docMk/>
            <pc:sldMk cId="3951678433" sldId="271"/>
            <ac:spMk id="2" creationId="{6970E94F-EA68-E070-617E-E7CB22FEFC9F}"/>
          </ac:spMkLst>
        </pc:spChg>
        <pc:spChg chg="del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4" creationId="{399966D2-6C2F-F902-D788-7FC700E74611}"/>
          </ac:spMkLst>
        </pc:spChg>
        <pc:spChg chg="del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2069" creationId="{2B97F24A-32CE-4C1C-A50D-3016B394DCFB}"/>
          </ac:spMkLst>
        </pc:spChg>
        <pc:spChg chg="del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2071" creationId="{CD8B4F24-440B-49E9-B85D-733523DC064B}"/>
          </ac:spMkLst>
        </pc:spChg>
        <pc:spChg chg="add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2076" creationId="{327D73B4-9F5C-4A64-A179-51B9500CB8B5}"/>
          </ac:spMkLst>
        </pc:spChg>
        <pc:spChg chg="add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2078" creationId="{C1F06963-6374-4B48-844F-071A9BAAAE02}"/>
          </ac:spMkLst>
        </pc:spChg>
        <pc:spChg chg="add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2080" creationId="{6CB927A4-E432-4310-9CD5-E89FF5063179}"/>
          </ac:spMkLst>
        </pc:spChg>
        <pc:spChg chg="add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2082" creationId="{1453BF6C-B012-48B7-B4E8-6D7AC7C27D02}"/>
          </ac:spMkLst>
        </pc:spChg>
        <pc:spChg chg="add">
          <ac:chgData name="Sharanya Sahu" userId="5c5397e115b556e9" providerId="LiveId" clId="{ABF83788-C895-4206-9B43-E647C8063968}" dt="2024-09-13T07:38:06.981" v="11110" actId="26606"/>
          <ac:spMkLst>
            <pc:docMk/>
            <pc:sldMk cId="3951678433" sldId="271"/>
            <ac:spMk id="2084" creationId="{E3020543-B24B-4EC4-8FFC-8DD88EEA91A8}"/>
          </ac:spMkLst>
        </pc:spChg>
        <pc:picChg chg="add mod">
          <ac:chgData name="Sharanya Sahu" userId="5c5397e115b556e9" providerId="LiveId" clId="{ABF83788-C895-4206-9B43-E647C8063968}" dt="2024-09-13T07:38:06.981" v="11110" actId="26606"/>
          <ac:picMkLst>
            <pc:docMk/>
            <pc:sldMk cId="3951678433" sldId="271"/>
            <ac:picMk id="3" creationId="{3FAA58DE-867E-2636-6B8F-2B7C77C450DC}"/>
          </ac:picMkLst>
        </pc:picChg>
        <pc:picChg chg="del">
          <ac:chgData name="Sharanya Sahu" userId="5c5397e115b556e9" providerId="LiveId" clId="{ABF83788-C895-4206-9B43-E647C8063968}" dt="2024-09-13T07:38:01.893" v="11108" actId="478"/>
          <ac:picMkLst>
            <pc:docMk/>
            <pc:sldMk cId="3951678433" sldId="271"/>
            <ac:picMk id="2052" creationId="{B4D2E0E7-CCAF-3CC9-9589-C0A06E5C5A85}"/>
          </ac:picMkLst>
        </pc:picChg>
        <pc:cxnChg chg="add">
          <ac:chgData name="Sharanya Sahu" userId="5c5397e115b556e9" providerId="LiveId" clId="{ABF83788-C895-4206-9B43-E647C8063968}" dt="2024-09-13T07:38:06.981" v="11110" actId="26606"/>
          <ac:cxnSpMkLst>
            <pc:docMk/>
            <pc:sldMk cId="3951678433" sldId="271"/>
            <ac:cxnSpMk id="2086" creationId="{C49DA8F6-BCC1-4447-B54C-57856834B94B}"/>
          </ac:cxnSpMkLst>
        </pc:cxnChg>
      </pc:sldChg>
      <pc:sldChg chg="addSp delSp modSp add mod modNotesTx">
        <pc:chgData name="Sharanya Sahu" userId="5c5397e115b556e9" providerId="LiveId" clId="{ABF83788-C895-4206-9B43-E647C8063968}" dt="2024-09-13T11:27:53.394" v="14402" actId="1582"/>
        <pc:sldMkLst>
          <pc:docMk/>
          <pc:sldMk cId="2504856452" sldId="272"/>
        </pc:sldMkLst>
        <pc:spChg chg="mod">
          <ac:chgData name="Sharanya Sahu" userId="5c5397e115b556e9" providerId="LiveId" clId="{ABF83788-C895-4206-9B43-E647C8063968}" dt="2024-09-13T10:45:57.583" v="13566" actId="1038"/>
          <ac:spMkLst>
            <pc:docMk/>
            <pc:sldMk cId="2504856452" sldId="272"/>
            <ac:spMk id="2" creationId="{DA97A165-F120-34FB-761D-F71364264F25}"/>
          </ac:spMkLst>
        </pc:spChg>
        <pc:spChg chg="mod">
          <ac:chgData name="Sharanya Sahu" userId="5c5397e115b556e9" providerId="LiveId" clId="{ABF83788-C895-4206-9B43-E647C8063968}" dt="2024-09-13T10:46:17.121" v="13569" actId="14100"/>
          <ac:spMkLst>
            <pc:docMk/>
            <pc:sldMk cId="2504856452" sldId="272"/>
            <ac:spMk id="3" creationId="{19CEC889-4174-96D6-AF73-302DE229DB96}"/>
          </ac:spMkLst>
        </pc:spChg>
        <pc:spChg chg="add mod">
          <ac:chgData name="Sharanya Sahu" userId="5c5397e115b556e9" providerId="LiveId" clId="{ABF83788-C895-4206-9B43-E647C8063968}" dt="2024-09-13T10:33:19.197" v="13130" actId="14100"/>
          <ac:spMkLst>
            <pc:docMk/>
            <pc:sldMk cId="2504856452" sldId="272"/>
            <ac:spMk id="5" creationId="{0A838831-698C-DF3A-77F4-7B8680A75442}"/>
          </ac:spMkLst>
        </pc:spChg>
        <pc:spChg chg="add mod">
          <ac:chgData name="Sharanya Sahu" userId="5c5397e115b556e9" providerId="LiveId" clId="{ABF83788-C895-4206-9B43-E647C8063968}" dt="2024-09-13T11:27:53.394" v="14402" actId="1582"/>
          <ac:spMkLst>
            <pc:docMk/>
            <pc:sldMk cId="2504856452" sldId="272"/>
            <ac:spMk id="7" creationId="{613943A6-A360-018D-C33E-D2C6EE139981}"/>
          </ac:spMkLst>
        </pc:spChg>
        <pc:spChg chg="del">
          <ac:chgData name="Sharanya Sahu" userId="5c5397e115b556e9" providerId="LiveId" clId="{ABF83788-C895-4206-9B43-E647C8063968}" dt="2024-09-13T10:13:59.596" v="12875" actId="478"/>
          <ac:spMkLst>
            <pc:docMk/>
            <pc:sldMk cId="2504856452" sldId="272"/>
            <ac:spMk id="16" creationId="{3B0B467D-C4CB-CA43-D91D-689EF4110B5D}"/>
          </ac:spMkLst>
        </pc:spChg>
        <pc:spChg chg="add del">
          <ac:chgData name="Sharanya Sahu" userId="5c5397e115b556e9" providerId="LiveId" clId="{ABF83788-C895-4206-9B43-E647C8063968}" dt="2024-09-13T10:31:06.647" v="13106" actId="26606"/>
          <ac:spMkLst>
            <pc:docMk/>
            <pc:sldMk cId="2504856452" sldId="272"/>
            <ac:spMk id="33" creationId="{FA69AAE0-49D5-4C8B-8BA2-55898C00E05E}"/>
          </ac:spMkLst>
        </pc:spChg>
        <pc:spChg chg="add del">
          <ac:chgData name="Sharanya Sahu" userId="5c5397e115b556e9" providerId="LiveId" clId="{ABF83788-C895-4206-9B43-E647C8063968}" dt="2024-09-13T10:16:01.530" v="12877" actId="26606"/>
          <ac:spMkLst>
            <pc:docMk/>
            <pc:sldMk cId="2504856452" sldId="272"/>
            <ac:spMk id="38" creationId="{17718681-A12E-49D6-9925-DD7C68176D61}"/>
          </ac:spMkLst>
        </pc:spChg>
        <pc:spChg chg="add del">
          <ac:chgData name="Sharanya Sahu" userId="5c5397e115b556e9" providerId="LiveId" clId="{ABF83788-C895-4206-9B43-E647C8063968}" dt="2024-09-13T10:16:01.530" v="12877" actId="26606"/>
          <ac:spMkLst>
            <pc:docMk/>
            <pc:sldMk cId="2504856452" sldId="272"/>
            <ac:spMk id="40" creationId="{FBD77573-9EF2-4C35-8285-A1CF6FBB0EA5}"/>
          </ac:spMkLst>
        </pc:spChg>
        <pc:spChg chg="add del">
          <ac:chgData name="Sharanya Sahu" userId="5c5397e115b556e9" providerId="LiveId" clId="{ABF83788-C895-4206-9B43-E647C8063968}" dt="2024-09-13T10:16:14.783" v="12879" actId="26606"/>
          <ac:spMkLst>
            <pc:docMk/>
            <pc:sldMk cId="2504856452" sldId="272"/>
            <ac:spMk id="42" creationId="{5D7F64A8-D625-4F61-A290-B499BB62ACFF}"/>
          </ac:spMkLst>
        </pc:spChg>
        <pc:spChg chg="add del">
          <ac:chgData name="Sharanya Sahu" userId="5c5397e115b556e9" providerId="LiveId" clId="{ABF83788-C895-4206-9B43-E647C8063968}" dt="2024-09-13T10:17:19.084" v="12881" actId="26606"/>
          <ac:spMkLst>
            <pc:docMk/>
            <pc:sldMk cId="2504856452" sldId="272"/>
            <ac:spMk id="44" creationId="{1453BF6C-B012-48B7-B4E8-6D7AC7C27D02}"/>
          </ac:spMkLst>
        </pc:spChg>
        <pc:spChg chg="add del">
          <ac:chgData name="Sharanya Sahu" userId="5c5397e115b556e9" providerId="LiveId" clId="{ABF83788-C895-4206-9B43-E647C8063968}" dt="2024-09-13T10:17:19.084" v="12881" actId="26606"/>
          <ac:spMkLst>
            <pc:docMk/>
            <pc:sldMk cId="2504856452" sldId="272"/>
            <ac:spMk id="45" creationId="{327D73B4-9F5C-4A64-A179-51B9500CB8B5}"/>
          </ac:spMkLst>
        </pc:spChg>
        <pc:spChg chg="add del">
          <ac:chgData name="Sharanya Sahu" userId="5c5397e115b556e9" providerId="LiveId" clId="{ABF83788-C895-4206-9B43-E647C8063968}" dt="2024-09-13T10:17:19.084" v="12881" actId="26606"/>
          <ac:spMkLst>
            <pc:docMk/>
            <pc:sldMk cId="2504856452" sldId="272"/>
            <ac:spMk id="46" creationId="{E3020543-B24B-4EC4-8FFC-8DD88EEA91A8}"/>
          </ac:spMkLst>
        </pc:spChg>
        <pc:spChg chg="add del">
          <ac:chgData name="Sharanya Sahu" userId="5c5397e115b556e9" providerId="LiveId" clId="{ABF83788-C895-4206-9B43-E647C8063968}" dt="2024-09-13T10:17:19.084" v="12881" actId="26606"/>
          <ac:spMkLst>
            <pc:docMk/>
            <pc:sldMk cId="2504856452" sldId="272"/>
            <ac:spMk id="47" creationId="{C1F06963-6374-4B48-844F-071A9BAAAE02}"/>
          </ac:spMkLst>
        </pc:spChg>
        <pc:spChg chg="add del">
          <ac:chgData name="Sharanya Sahu" userId="5c5397e115b556e9" providerId="LiveId" clId="{ABF83788-C895-4206-9B43-E647C8063968}" dt="2024-09-13T10:17:19.084" v="12881" actId="26606"/>
          <ac:spMkLst>
            <pc:docMk/>
            <pc:sldMk cId="2504856452" sldId="272"/>
            <ac:spMk id="49" creationId="{6CB927A4-E432-4310-9CD5-E89FF5063179}"/>
          </ac:spMkLst>
        </pc:spChg>
        <pc:spChg chg="add del">
          <ac:chgData name="Sharanya Sahu" userId="5c5397e115b556e9" providerId="LiveId" clId="{ABF83788-C895-4206-9B43-E647C8063968}" dt="2024-09-13T10:17:26.178" v="12883" actId="26606"/>
          <ac:spMkLst>
            <pc:docMk/>
            <pc:sldMk cId="2504856452" sldId="272"/>
            <ac:spMk id="51" creationId="{87BF42CA-AD55-48B4-8949-C4DCA60A6AEE}"/>
          </ac:spMkLst>
        </pc:spChg>
        <pc:spChg chg="add del">
          <ac:chgData name="Sharanya Sahu" userId="5c5397e115b556e9" providerId="LiveId" clId="{ABF83788-C895-4206-9B43-E647C8063968}" dt="2024-09-13T10:17:26.178" v="12883" actId="26606"/>
          <ac:spMkLst>
            <pc:docMk/>
            <pc:sldMk cId="2504856452" sldId="272"/>
            <ac:spMk id="52" creationId="{66AE1D3D-3106-4CB2-AA7C-0C1642AC0F2E}"/>
          </ac:spMkLst>
        </pc:spChg>
        <pc:grpChg chg="add del">
          <ac:chgData name="Sharanya Sahu" userId="5c5397e115b556e9" providerId="LiveId" clId="{ABF83788-C895-4206-9B43-E647C8063968}" dt="2024-09-13T10:30:46.476" v="13105" actId="26606"/>
          <ac:grpSpMkLst>
            <pc:docMk/>
            <pc:sldMk cId="2504856452" sldId="272"/>
            <ac:grpSpMk id="36" creationId="{31C49F18-8757-4E87-5C2E-9D6D7B82BA3B}"/>
          </ac:grpSpMkLst>
        </pc:grpChg>
        <pc:grpChg chg="add del">
          <ac:chgData name="Sharanya Sahu" userId="5c5397e115b556e9" providerId="LiveId" clId="{ABF83788-C895-4206-9B43-E647C8063968}" dt="2024-09-13T10:17:26.178" v="12883" actId="26606"/>
          <ac:grpSpMkLst>
            <pc:docMk/>
            <pc:sldMk cId="2504856452" sldId="272"/>
            <ac:grpSpMk id="53" creationId="{0A31B6AF-B711-4CDB-8C2B-16E963DDC4C5}"/>
          </ac:grpSpMkLst>
        </pc:grpChg>
        <pc:grpChg chg="add">
          <ac:chgData name="Sharanya Sahu" userId="5c5397e115b556e9" providerId="LiveId" clId="{ABF83788-C895-4206-9B43-E647C8063968}" dt="2024-09-13T10:31:06.647" v="13106" actId="26606"/>
          <ac:grpSpMkLst>
            <pc:docMk/>
            <pc:sldMk cId="2504856452" sldId="272"/>
            <ac:grpSpMk id="54" creationId="{31C49F18-8757-4E87-5C2E-9D6D7B82BA3B}"/>
          </ac:grpSpMkLst>
        </pc:grpChg>
        <pc:graphicFrameChg chg="del mod">
          <ac:chgData name="Sharanya Sahu" userId="5c5397e115b556e9" providerId="LiveId" clId="{ABF83788-C895-4206-9B43-E647C8063968}" dt="2024-09-13T10:13:57.225" v="12874" actId="478"/>
          <ac:graphicFrameMkLst>
            <pc:docMk/>
            <pc:sldMk cId="2504856452" sldId="272"/>
            <ac:graphicFrameMk id="6" creationId="{7A1F8DB1-C62C-2705-7E12-1A3816CF3871}"/>
          </ac:graphicFrameMkLst>
        </pc:graphicFrameChg>
        <pc:picChg chg="add del mod">
          <ac:chgData name="Sharanya Sahu" userId="5c5397e115b556e9" providerId="LiveId" clId="{ABF83788-C895-4206-9B43-E647C8063968}" dt="2024-09-13T10:32:17.293" v="13122" actId="478"/>
          <ac:picMkLst>
            <pc:docMk/>
            <pc:sldMk cId="2504856452" sldId="272"/>
            <ac:picMk id="4" creationId="{D016BCBC-0C43-4BFA-B0DB-3EF3D960B02A}"/>
          </ac:picMkLst>
        </pc:picChg>
        <pc:picChg chg="add del">
          <ac:chgData name="Sharanya Sahu" userId="5c5397e115b556e9" providerId="LiveId" clId="{ABF83788-C895-4206-9B43-E647C8063968}" dt="2024-09-13T10:30:46.476" v="13105" actId="26606"/>
          <ac:picMkLst>
            <pc:docMk/>
            <pc:sldMk cId="2504856452" sldId="272"/>
            <ac:picMk id="35" creationId="{A6BA46BB-4CF9-BBD3-3F08-A3233A71EA51}"/>
          </ac:picMkLst>
        </pc:picChg>
        <pc:picChg chg="add del">
          <ac:chgData name="Sharanya Sahu" userId="5c5397e115b556e9" providerId="LiveId" clId="{ABF83788-C895-4206-9B43-E647C8063968}" dt="2024-09-13T10:16:14.783" v="12879" actId="26606"/>
          <ac:picMkLst>
            <pc:docMk/>
            <pc:sldMk cId="2504856452" sldId="272"/>
            <ac:picMk id="37" creationId="{F90AAE80-9E78-E39D-F80A-568FD3FE157F}"/>
          </ac:picMkLst>
        </pc:picChg>
        <pc:picChg chg="add del">
          <ac:chgData name="Sharanya Sahu" userId="5c5397e115b556e9" providerId="LiveId" clId="{ABF83788-C895-4206-9B43-E647C8063968}" dt="2024-09-13T10:16:14.783" v="12879" actId="26606"/>
          <ac:picMkLst>
            <pc:docMk/>
            <pc:sldMk cId="2504856452" sldId="272"/>
            <ac:picMk id="39" creationId="{61DEA968-415B-4B99-9205-24010A50D02B}"/>
          </ac:picMkLst>
        </pc:picChg>
        <pc:picChg chg="add mod">
          <ac:chgData name="Sharanya Sahu" userId="5c5397e115b556e9" providerId="LiveId" clId="{ABF83788-C895-4206-9B43-E647C8063968}" dt="2024-09-13T10:43:06.431" v="13511" actId="207"/>
          <ac:picMkLst>
            <pc:docMk/>
            <pc:sldMk cId="2504856452" sldId="272"/>
            <ac:picMk id="50" creationId="{A9B2B850-9766-5DA4-C0E6-47EDE19DE871}"/>
          </ac:picMkLst>
        </pc:picChg>
        <pc:picChg chg="add del mod">
          <ac:chgData name="Sharanya Sahu" userId="5c5397e115b556e9" providerId="LiveId" clId="{ABF83788-C895-4206-9B43-E647C8063968}" dt="2024-09-13T10:29:51.907" v="13102" actId="478"/>
          <ac:picMkLst>
            <pc:docMk/>
            <pc:sldMk cId="2504856452" sldId="272"/>
            <ac:picMk id="4098" creationId="{CA885AF7-C367-0C59-58DB-CF1063C65401}"/>
          </ac:picMkLst>
        </pc:picChg>
        <pc:picChg chg="add mod">
          <ac:chgData name="Sharanya Sahu" userId="5c5397e115b556e9" providerId="LiveId" clId="{ABF83788-C895-4206-9B43-E647C8063968}" dt="2024-09-13T10:45:15.767" v="13529" actId="1035"/>
          <ac:picMkLst>
            <pc:docMk/>
            <pc:sldMk cId="2504856452" sldId="272"/>
            <ac:picMk id="4100" creationId="{08ABF6E2-9396-826C-0FB9-AF56F5746D27}"/>
          </ac:picMkLst>
        </pc:picChg>
        <pc:cxnChg chg="add del">
          <ac:chgData name="Sharanya Sahu" userId="5c5397e115b556e9" providerId="LiveId" clId="{ABF83788-C895-4206-9B43-E647C8063968}" dt="2024-09-13T10:17:19.084" v="12881" actId="26606"/>
          <ac:cxnSpMkLst>
            <pc:docMk/>
            <pc:sldMk cId="2504856452" sldId="272"/>
            <ac:cxnSpMk id="48" creationId="{C49DA8F6-BCC1-4447-B54C-57856834B94B}"/>
          </ac:cxnSpMkLst>
        </pc:cxnChg>
      </pc:sldChg>
      <pc:sldChg chg="addSp delSp modSp new del mod setBg">
        <pc:chgData name="Sharanya Sahu" userId="5c5397e115b556e9" providerId="LiveId" clId="{ABF83788-C895-4206-9B43-E647C8063968}" dt="2024-09-13T10:56:57.979" v="13791" actId="2696"/>
        <pc:sldMkLst>
          <pc:docMk/>
          <pc:sldMk cId="868315023" sldId="273"/>
        </pc:sldMkLst>
        <pc:spChg chg="mod">
          <ac:chgData name="Sharanya Sahu" userId="5c5397e115b556e9" providerId="LiveId" clId="{ABF83788-C895-4206-9B43-E647C8063968}" dt="2024-09-13T10:51:38.348" v="13602" actId="1076"/>
          <ac:spMkLst>
            <pc:docMk/>
            <pc:sldMk cId="868315023" sldId="273"/>
            <ac:spMk id="2" creationId="{47631577-9833-42F4-A322-0C9358A9EFE1}"/>
          </ac:spMkLst>
        </pc:spChg>
        <pc:spChg chg="del">
          <ac:chgData name="Sharanya Sahu" userId="5c5397e115b556e9" providerId="LiveId" clId="{ABF83788-C895-4206-9B43-E647C8063968}" dt="2024-09-13T10:50:38.143" v="13592" actId="478"/>
          <ac:spMkLst>
            <pc:docMk/>
            <pc:sldMk cId="868315023" sldId="273"/>
            <ac:spMk id="3" creationId="{4D710A15-DFA3-0B98-CC45-960057287726}"/>
          </ac:spMkLst>
        </pc:spChg>
        <pc:spChg chg="add mod">
          <ac:chgData name="Sharanya Sahu" userId="5c5397e115b556e9" providerId="LiveId" clId="{ABF83788-C895-4206-9B43-E647C8063968}" dt="2024-09-13T10:56:23.484" v="13779" actId="20577"/>
          <ac:spMkLst>
            <pc:docMk/>
            <pc:sldMk cId="868315023" sldId="273"/>
            <ac:spMk id="4" creationId="{E99CB740-BE0A-09F6-0CE2-C49F2F91B6C5}"/>
          </ac:spMkLst>
        </pc:spChg>
        <pc:spChg chg="add del">
          <ac:chgData name="Sharanya Sahu" userId="5c5397e115b556e9" providerId="LiveId" clId="{ABF83788-C895-4206-9B43-E647C8063968}" dt="2024-09-13T10:51:27.845" v="13596" actId="26606"/>
          <ac:spMkLst>
            <pc:docMk/>
            <pc:sldMk cId="868315023" sldId="273"/>
            <ac:spMk id="7" creationId="{943CAA20-3569-4189-9E48-239A229A86CA}"/>
          </ac:spMkLst>
        </pc:spChg>
        <pc:spChg chg="add del">
          <ac:chgData name="Sharanya Sahu" userId="5c5397e115b556e9" providerId="LiveId" clId="{ABF83788-C895-4206-9B43-E647C8063968}" dt="2024-09-13T10:51:27.845" v="13596" actId="26606"/>
          <ac:spMkLst>
            <pc:docMk/>
            <pc:sldMk cId="868315023" sldId="273"/>
            <ac:spMk id="9" creationId="{DA542B6D-E775-4832-91DC-2D20F857813A}"/>
          </ac:spMkLst>
        </pc:spChg>
        <pc:picChg chg="add del mod">
          <ac:chgData name="Sharanya Sahu" userId="5c5397e115b556e9" providerId="LiveId" clId="{ABF83788-C895-4206-9B43-E647C8063968}" dt="2024-09-13T10:56:08.861" v="13736" actId="22"/>
          <ac:picMkLst>
            <pc:docMk/>
            <pc:sldMk cId="868315023" sldId="273"/>
            <ac:picMk id="6" creationId="{AC2E9BC8-5C99-D568-1D09-C00A70D2235A}"/>
          </ac:picMkLst>
        </pc:picChg>
        <pc:picChg chg="add mod">
          <ac:chgData name="Sharanya Sahu" userId="5c5397e115b556e9" providerId="LiveId" clId="{ABF83788-C895-4206-9B43-E647C8063968}" dt="2024-09-13T10:56:13.379" v="13738" actId="1076"/>
          <ac:picMkLst>
            <pc:docMk/>
            <pc:sldMk cId="868315023" sldId="273"/>
            <ac:picMk id="10" creationId="{7B1E0389-946A-EF5E-03CA-2B7A7ED2C549}"/>
          </ac:picMkLst>
        </pc:picChg>
      </pc:sldChg>
      <pc:sldChg chg="addSp delSp modSp new mod setBg modNotesTx">
        <pc:chgData name="Sharanya Sahu" userId="5c5397e115b556e9" providerId="LiveId" clId="{ABF83788-C895-4206-9B43-E647C8063968}" dt="2024-09-14T08:30:33.917" v="14650" actId="20577"/>
        <pc:sldMkLst>
          <pc:docMk/>
          <pc:sldMk cId="2851234787" sldId="274"/>
        </pc:sldMkLst>
        <pc:spChg chg="mod">
          <ac:chgData name="Sharanya Sahu" userId="5c5397e115b556e9" providerId="LiveId" clId="{ABF83788-C895-4206-9B43-E647C8063968}" dt="2024-09-13T10:57:10.648" v="13793" actId="2711"/>
          <ac:spMkLst>
            <pc:docMk/>
            <pc:sldMk cId="2851234787" sldId="274"/>
            <ac:spMk id="2" creationId="{F32CBEE4-7AB5-647B-44D9-6D5530128639}"/>
          </ac:spMkLst>
        </pc:spChg>
        <pc:spChg chg="mod">
          <ac:chgData name="Sharanya Sahu" userId="5c5397e115b556e9" providerId="LiveId" clId="{ABF83788-C895-4206-9B43-E647C8063968}" dt="2024-09-14T08:30:33.917" v="14650" actId="20577"/>
          <ac:spMkLst>
            <pc:docMk/>
            <pc:sldMk cId="2851234787" sldId="274"/>
            <ac:spMk id="3" creationId="{D51C1DFB-AAE4-6EA5-1990-DE9D42EC0494}"/>
          </ac:spMkLst>
        </pc:spChg>
        <pc:spChg chg="add del mod">
          <ac:chgData name="Sharanya Sahu" userId="5c5397e115b556e9" providerId="LiveId" clId="{ABF83788-C895-4206-9B43-E647C8063968}" dt="2024-09-14T08:30:03.458" v="14641" actId="478"/>
          <ac:spMkLst>
            <pc:docMk/>
            <pc:sldMk cId="2851234787" sldId="274"/>
            <ac:spMk id="5" creationId="{02681F8E-C2D9-B43A-F002-8463043548DF}"/>
          </ac:spMkLst>
        </pc:spChg>
        <pc:spChg chg="add mod">
          <ac:chgData name="Sharanya Sahu" userId="5c5397e115b556e9" providerId="LiveId" clId="{ABF83788-C895-4206-9B43-E647C8063968}" dt="2024-09-14T08:30:02.158" v="14640" actId="14100"/>
          <ac:spMkLst>
            <pc:docMk/>
            <pc:sldMk cId="2851234787" sldId="274"/>
            <ac:spMk id="6" creationId="{483B27E3-05F2-4DC4-46FA-A99E73B755BD}"/>
          </ac:spMkLst>
        </pc:spChg>
        <pc:spChg chg="add mod">
          <ac:chgData name="Sharanya Sahu" userId="5c5397e115b556e9" providerId="LiveId" clId="{ABF83788-C895-4206-9B43-E647C8063968}" dt="2024-09-14T08:30:02.158" v="14640" actId="14100"/>
          <ac:spMkLst>
            <pc:docMk/>
            <pc:sldMk cId="2851234787" sldId="274"/>
            <ac:spMk id="7" creationId="{EB8505AF-2CE5-9E3B-B218-CDC121305714}"/>
          </ac:spMkLst>
        </pc:spChg>
        <pc:spChg chg="add">
          <ac:chgData name="Sharanya Sahu" userId="5c5397e115b556e9" providerId="LiveId" clId="{ABF83788-C895-4206-9B43-E647C8063968}" dt="2024-09-13T10:57:04.792" v="13792" actId="26606"/>
          <ac:spMkLst>
            <pc:docMk/>
            <pc:sldMk cId="2851234787" sldId="274"/>
            <ac:spMk id="9" creationId="{2550BE34-C2B8-49B8-8519-67A8CAD51AE9}"/>
          </ac:spMkLst>
        </pc:spChg>
        <pc:spChg chg="add">
          <ac:chgData name="Sharanya Sahu" userId="5c5397e115b556e9" providerId="LiveId" clId="{ABF83788-C895-4206-9B43-E647C8063968}" dt="2024-09-13T10:57:04.792" v="13792" actId="26606"/>
          <ac:spMkLst>
            <pc:docMk/>
            <pc:sldMk cId="2851234787" sldId="274"/>
            <ac:spMk id="11" creationId="{A7457DD9-5A45-400A-AB4B-4B4EDECA25F1}"/>
          </ac:spMkLst>
        </pc:spChg>
        <pc:spChg chg="add">
          <ac:chgData name="Sharanya Sahu" userId="5c5397e115b556e9" providerId="LiveId" clId="{ABF83788-C895-4206-9B43-E647C8063968}" dt="2024-09-13T10:57:04.792" v="13792" actId="26606"/>
          <ac:spMkLst>
            <pc:docMk/>
            <pc:sldMk cId="2851234787" sldId="274"/>
            <ac:spMk id="13" creationId="{441CF7D6-A660-431A-B0BB-140A0D5556B6}"/>
          </ac:spMkLst>
        </pc:spChg>
        <pc:spChg chg="add">
          <ac:chgData name="Sharanya Sahu" userId="5c5397e115b556e9" providerId="LiveId" clId="{ABF83788-C895-4206-9B43-E647C8063968}" dt="2024-09-13T10:57:04.792" v="13792" actId="26606"/>
          <ac:spMkLst>
            <pc:docMk/>
            <pc:sldMk cId="2851234787" sldId="274"/>
            <ac:spMk id="15" creationId="{0570A85B-3810-4F95-97B0-CBF4CCDB381C}"/>
          </ac:spMkLst>
        </pc:spChg>
        <pc:picChg chg="add del mod">
          <ac:chgData name="Sharanya Sahu" userId="5c5397e115b556e9" providerId="LiveId" clId="{ABF83788-C895-4206-9B43-E647C8063968}" dt="2024-09-14T08:30:04.075" v="14642" actId="478"/>
          <ac:picMkLst>
            <pc:docMk/>
            <pc:sldMk cId="2851234787" sldId="274"/>
            <ac:picMk id="4" creationId="{6466ED67-F6BC-7325-280E-3E922F9979E0}"/>
          </ac:picMkLst>
        </pc:picChg>
        <pc:picChg chg="add mod">
          <ac:chgData name="Sharanya Sahu" userId="5c5397e115b556e9" providerId="LiveId" clId="{ABF83788-C895-4206-9B43-E647C8063968}" dt="2024-09-14T08:30:02.158" v="14640" actId="14100"/>
          <ac:picMkLst>
            <pc:docMk/>
            <pc:sldMk cId="2851234787" sldId="274"/>
            <ac:picMk id="8" creationId="{ED9A297A-4910-9274-CC57-C15D0950A553}"/>
          </ac:picMkLst>
        </pc:picChg>
      </pc:sldChg>
      <pc:sldChg chg="addSp modSp new del">
        <pc:chgData name="Sharanya Sahu" userId="5c5397e115b556e9" providerId="LiveId" clId="{ABF83788-C895-4206-9B43-E647C8063968}" dt="2024-09-14T08:30:06.013" v="14643" actId="680"/>
        <pc:sldMkLst>
          <pc:docMk/>
          <pc:sldMk cId="1438501936" sldId="275"/>
        </pc:sldMkLst>
        <pc:spChg chg="add mod">
          <ac:chgData name="Sharanya Sahu" userId="5c5397e115b556e9" providerId="LiveId" clId="{ABF83788-C895-4206-9B43-E647C8063968}" dt="2024-09-14T08:28:53.457" v="14584"/>
          <ac:spMkLst>
            <pc:docMk/>
            <pc:sldMk cId="1438501936" sldId="275"/>
            <ac:spMk id="5" creationId="{23AFA646-0DFA-F4A3-0985-0DF4C1E5B849}"/>
          </ac:spMkLst>
        </pc:spChg>
        <pc:picChg chg="add mod">
          <ac:chgData name="Sharanya Sahu" userId="5c5397e115b556e9" providerId="LiveId" clId="{ABF83788-C895-4206-9B43-E647C8063968}" dt="2024-09-14T08:28:48.544" v="14583"/>
          <ac:picMkLst>
            <pc:docMk/>
            <pc:sldMk cId="1438501936" sldId="275"/>
            <ac:picMk id="4" creationId="{5AC6B4A6-B3E6-BCB0-799E-54031D754824}"/>
          </ac:picMkLst>
        </pc:picChg>
      </pc:sldChg>
      <pc:sldChg chg="addSp delSp modSp del mod modNotesTx">
        <pc:chgData name="Sharanya Sahu" userId="5c5397e115b556e9" providerId="LiveId" clId="{ABF83788-C895-4206-9B43-E647C8063968}" dt="2024-09-12T05:01:45.747" v="540" actId="47"/>
        <pc:sldMkLst>
          <pc:docMk/>
          <pc:sldMk cId="466565947" sldId="360"/>
        </pc:sldMkLst>
        <pc:spChg chg="del mod">
          <ac:chgData name="Sharanya Sahu" userId="5c5397e115b556e9" providerId="LiveId" clId="{ABF83788-C895-4206-9B43-E647C8063968}" dt="2024-09-12T05:01:36.273" v="539" actId="478"/>
          <ac:spMkLst>
            <pc:docMk/>
            <pc:sldMk cId="466565947" sldId="360"/>
            <ac:spMk id="2" creationId="{34086996-3F9C-48D9-9B0A-0A2614B992C5}"/>
          </ac:spMkLst>
        </pc:spChg>
        <pc:spChg chg="add del mod">
          <ac:chgData name="Sharanya Sahu" userId="5c5397e115b556e9" providerId="LiveId" clId="{ABF83788-C895-4206-9B43-E647C8063968}" dt="2024-09-12T05:01:30.569" v="538" actId="478"/>
          <ac:spMkLst>
            <pc:docMk/>
            <pc:sldMk cId="466565947" sldId="360"/>
            <ac:spMk id="4" creationId="{45097AA9-9C49-DBE9-9243-39820347CD9F}"/>
          </ac:spMkLst>
        </pc:spChg>
        <pc:spChg chg="mod">
          <ac:chgData name="Sharanya Sahu" userId="5c5397e115b556e9" providerId="LiveId" clId="{ABF83788-C895-4206-9B43-E647C8063968}" dt="2024-09-12T04:35:54.379" v="40" actId="14100"/>
          <ac:spMkLst>
            <pc:docMk/>
            <pc:sldMk cId="466565947" sldId="360"/>
            <ac:spMk id="19" creationId="{0931376F-59AF-F711-409F-69FBE46A0A83}"/>
          </ac:spMkLst>
        </pc:spChg>
        <pc:picChg chg="del mod">
          <ac:chgData name="Sharanya Sahu" userId="5c5397e115b556e9" providerId="LiveId" clId="{ABF83788-C895-4206-9B43-E647C8063968}" dt="2024-09-12T05:01:29.683" v="537" actId="478"/>
          <ac:picMkLst>
            <pc:docMk/>
            <pc:sldMk cId="466565947" sldId="360"/>
            <ac:picMk id="14" creationId="{7B103EA2-F14D-4D47-8BE8-D1C3EDA583F9}"/>
          </ac:picMkLst>
        </pc:picChg>
        <pc:picChg chg="del">
          <ac:chgData name="Sharanya Sahu" userId="5c5397e115b556e9" providerId="LiveId" clId="{ABF83788-C895-4206-9B43-E647C8063968}" dt="2024-09-12T05:00:41.853" v="531" actId="478"/>
          <ac:picMkLst>
            <pc:docMk/>
            <pc:sldMk cId="466565947" sldId="360"/>
            <ac:picMk id="1030" creationId="{4757F711-7B64-EFB6-5ECE-949158197D86}"/>
          </ac:picMkLst>
        </pc:picChg>
      </pc:sldChg>
      <pc:sldChg chg="modSp del mod">
        <pc:chgData name="Sharanya Sahu" userId="5c5397e115b556e9" providerId="LiveId" clId="{ABF83788-C895-4206-9B43-E647C8063968}" dt="2024-09-12T05:01:46.653" v="545" actId="47"/>
        <pc:sldMkLst>
          <pc:docMk/>
          <pc:sldMk cId="1222042166" sldId="363"/>
        </pc:sldMkLst>
        <pc:spChg chg="mod">
          <ac:chgData name="Sharanya Sahu" userId="5c5397e115b556e9" providerId="LiveId" clId="{ABF83788-C895-4206-9B43-E647C8063968}" dt="2024-09-12T05:01:21.836" v="534"/>
          <ac:spMkLst>
            <pc:docMk/>
            <pc:sldMk cId="1222042166" sldId="363"/>
            <ac:spMk id="2" creationId="{66C95451-9C62-77F3-8A67-768FD7084751}"/>
          </ac:spMkLst>
        </pc:spChg>
        <pc:spChg chg="mod">
          <ac:chgData name="Sharanya Sahu" userId="5c5397e115b556e9" providerId="LiveId" clId="{ABF83788-C895-4206-9B43-E647C8063968}" dt="2024-09-12T05:01:21.836" v="534"/>
          <ac:spMkLst>
            <pc:docMk/>
            <pc:sldMk cId="1222042166" sldId="363"/>
            <ac:spMk id="3" creationId="{A453544A-F007-AEFD-6CE9-9AEC8769D4D9}"/>
          </ac:spMkLst>
        </pc:spChg>
      </pc:sldChg>
      <pc:sldChg chg="delSp modSp del mod delDesignElem">
        <pc:chgData name="Sharanya Sahu" userId="5c5397e115b556e9" providerId="LiveId" clId="{ABF83788-C895-4206-9B43-E647C8063968}" dt="2024-09-12T05:01:46.488" v="544" actId="47"/>
        <pc:sldMkLst>
          <pc:docMk/>
          <pc:sldMk cId="3594869403" sldId="365"/>
        </pc:sldMkLst>
        <pc:spChg chg="mod">
          <ac:chgData name="Sharanya Sahu" userId="5c5397e115b556e9" providerId="LiveId" clId="{ABF83788-C895-4206-9B43-E647C8063968}" dt="2024-09-12T04:42:26.685" v="192" actId="14100"/>
          <ac:spMkLst>
            <pc:docMk/>
            <pc:sldMk cId="3594869403" sldId="365"/>
            <ac:spMk id="2" creationId="{3C3D335A-5ECE-43C8-B81D-FB11A0598038}"/>
          </ac:spMkLst>
        </pc:spChg>
        <pc:spChg chg="mod">
          <ac:chgData name="Sharanya Sahu" userId="5c5397e115b556e9" providerId="LiveId" clId="{ABF83788-C895-4206-9B43-E647C8063968}" dt="2024-09-12T04:42:43.516" v="228" actId="5793"/>
          <ac:spMkLst>
            <pc:docMk/>
            <pc:sldMk cId="3594869403" sldId="365"/>
            <ac:spMk id="3" creationId="{CE24BAAE-F3C2-4167-8E55-3D4A3B8F9FD0}"/>
          </ac:spMkLst>
        </pc:spChg>
        <pc:spChg chg="del">
          <ac:chgData name="Sharanya Sahu" userId="5c5397e115b556e9" providerId="LiveId" clId="{ABF83788-C895-4206-9B43-E647C8063968}" dt="2024-09-12T04:41:53.440" v="165" actId="478"/>
          <ac:spMkLst>
            <pc:docMk/>
            <pc:sldMk cId="3594869403" sldId="365"/>
            <ac:spMk id="6" creationId="{6FE456E7-77AB-74D2-3439-5ACF83053379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10" creationId="{9B0F7D69-D93C-4C38-A23D-76E000D691CD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12" creationId="{8CD419D4-EA9D-42D9-BF62-B07F0B7B672B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14" creationId="{1C6FEC9B-9608-4181-A9E5-A1B80E72021C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16" creationId="{AB1564ED-F26F-451D-97D6-A6EC3E83FD55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18" creationId="{0CA184B6-3482-4F43-87F0-BC765DCFD8A8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20" creationId="{6C869923-8380-4244-9548-802C330638A0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22" creationId="{C06255F2-BC67-4DDE-B34E-AC4BA21838CC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24" creationId="{55169443-FCCD-4C0A-8C69-18CD3FA0968D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26" creationId="{0DBF1ABE-8590-450D-BB49-BDDCCF3EEA9E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28" creationId="{96CB0275-66F1-4491-93B8-121D0C7176BF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30" creationId="{18D32C3D-8F76-4E99-BE56-0836CC38CC84}"/>
          </ac:spMkLst>
        </pc:spChg>
        <pc:spChg chg="del">
          <ac:chgData name="Sharanya Sahu" userId="5c5397e115b556e9" providerId="LiveId" clId="{ABF83788-C895-4206-9B43-E647C8063968}" dt="2024-09-12T05:00:36.189" v="527"/>
          <ac:spMkLst>
            <pc:docMk/>
            <pc:sldMk cId="3594869403" sldId="365"/>
            <ac:spMk id="32" creationId="{70766076-46F5-42D5-A773-2B3BEF2B8B74}"/>
          </ac:spMkLst>
        </pc:spChg>
      </pc:sldChg>
      <pc:sldChg chg="modSp new del mod">
        <pc:chgData name="Sharanya Sahu" userId="5c5397e115b556e9" providerId="LiveId" clId="{ABF83788-C895-4206-9B43-E647C8063968}" dt="2024-09-12T05:01:46.121" v="542" actId="47"/>
        <pc:sldMkLst>
          <pc:docMk/>
          <pc:sldMk cId="157005224" sldId="366"/>
        </pc:sldMkLst>
        <pc:spChg chg="mod">
          <ac:chgData name="Sharanya Sahu" userId="5c5397e115b556e9" providerId="LiveId" clId="{ABF83788-C895-4206-9B43-E647C8063968}" dt="2024-09-12T05:01:21.836" v="534"/>
          <ac:spMkLst>
            <pc:docMk/>
            <pc:sldMk cId="157005224" sldId="366"/>
            <ac:spMk id="2" creationId="{C32CBD7A-4AAE-9E72-2629-248DB002152A}"/>
          </ac:spMkLst>
        </pc:spChg>
        <pc:spChg chg="mod">
          <ac:chgData name="Sharanya Sahu" userId="5c5397e115b556e9" providerId="LiveId" clId="{ABF83788-C895-4206-9B43-E647C8063968}" dt="2024-09-12T05:01:21.836" v="534"/>
          <ac:spMkLst>
            <pc:docMk/>
            <pc:sldMk cId="157005224" sldId="366"/>
            <ac:spMk id="3" creationId="{CD685173-BC2C-9095-8DD0-85B11E23B81C}"/>
          </ac:spMkLst>
        </pc:spChg>
      </pc:sldChg>
      <pc:sldChg chg="modSp new del mod">
        <pc:chgData name="Sharanya Sahu" userId="5c5397e115b556e9" providerId="LiveId" clId="{ABF83788-C895-4206-9B43-E647C8063968}" dt="2024-09-12T05:01:46.848" v="546" actId="47"/>
        <pc:sldMkLst>
          <pc:docMk/>
          <pc:sldMk cId="1870777274" sldId="367"/>
        </pc:sldMkLst>
        <pc:spChg chg="mod">
          <ac:chgData name="Sharanya Sahu" userId="5c5397e115b556e9" providerId="LiveId" clId="{ABF83788-C895-4206-9B43-E647C8063968}" dt="2024-09-12T05:01:21.836" v="534"/>
          <ac:spMkLst>
            <pc:docMk/>
            <pc:sldMk cId="1870777274" sldId="367"/>
            <ac:spMk id="2" creationId="{349504D6-C5ED-5583-C89C-BA41021979C4}"/>
          </ac:spMkLst>
        </pc:spChg>
        <pc:spChg chg="mod">
          <ac:chgData name="Sharanya Sahu" userId="5c5397e115b556e9" providerId="LiveId" clId="{ABF83788-C895-4206-9B43-E647C8063968}" dt="2024-09-12T05:01:21.836" v="534"/>
          <ac:spMkLst>
            <pc:docMk/>
            <pc:sldMk cId="1870777274" sldId="367"/>
            <ac:spMk id="3" creationId="{4B15A314-D11E-D2BB-A4A2-67486C792F9D}"/>
          </ac:spMkLst>
        </pc:spChg>
      </pc:sldChg>
      <pc:sldChg chg="modSp new del mod">
        <pc:chgData name="Sharanya Sahu" userId="5c5397e115b556e9" providerId="LiveId" clId="{ABF83788-C895-4206-9B43-E647C8063968}" dt="2024-09-12T05:01:46.968" v="547" actId="47"/>
        <pc:sldMkLst>
          <pc:docMk/>
          <pc:sldMk cId="2514330119" sldId="368"/>
        </pc:sldMkLst>
        <pc:spChg chg="mod">
          <ac:chgData name="Sharanya Sahu" userId="5c5397e115b556e9" providerId="LiveId" clId="{ABF83788-C895-4206-9B43-E647C8063968}" dt="2024-09-12T05:01:21.836" v="534"/>
          <ac:spMkLst>
            <pc:docMk/>
            <pc:sldMk cId="2514330119" sldId="368"/>
            <ac:spMk id="2" creationId="{AC71F9EF-2C6A-A142-3465-FF7E6B0A4745}"/>
          </ac:spMkLst>
        </pc:spChg>
        <pc:spChg chg="mod">
          <ac:chgData name="Sharanya Sahu" userId="5c5397e115b556e9" providerId="LiveId" clId="{ABF83788-C895-4206-9B43-E647C8063968}" dt="2024-09-12T05:01:21.836" v="534"/>
          <ac:spMkLst>
            <pc:docMk/>
            <pc:sldMk cId="2514330119" sldId="368"/>
            <ac:spMk id="3" creationId="{7029C3C8-0B64-19D2-768C-2D0167EFDEFD}"/>
          </ac:spMkLst>
        </pc:spChg>
      </pc:sldChg>
      <pc:sldChg chg="modSp new del mod">
        <pc:chgData name="Sharanya Sahu" userId="5c5397e115b556e9" providerId="LiveId" clId="{ABF83788-C895-4206-9B43-E647C8063968}" dt="2024-09-12T05:01:48.152" v="548" actId="47"/>
        <pc:sldMkLst>
          <pc:docMk/>
          <pc:sldMk cId="3798202374" sldId="369"/>
        </pc:sldMkLst>
        <pc:spChg chg="mod">
          <ac:chgData name="Sharanya Sahu" userId="5c5397e115b556e9" providerId="LiveId" clId="{ABF83788-C895-4206-9B43-E647C8063968}" dt="2024-09-12T05:01:21.836" v="534"/>
          <ac:spMkLst>
            <pc:docMk/>
            <pc:sldMk cId="3798202374" sldId="369"/>
            <ac:spMk id="2" creationId="{A7669C4F-D1E2-3A0F-DAA3-F9C64C0D417A}"/>
          </ac:spMkLst>
        </pc:spChg>
        <pc:spChg chg="mod">
          <ac:chgData name="Sharanya Sahu" userId="5c5397e115b556e9" providerId="LiveId" clId="{ABF83788-C895-4206-9B43-E647C8063968}" dt="2024-09-12T05:01:21.836" v="534"/>
          <ac:spMkLst>
            <pc:docMk/>
            <pc:sldMk cId="3798202374" sldId="369"/>
            <ac:spMk id="3" creationId="{898F6214-363A-86E1-ED67-E813776C3473}"/>
          </ac:spMkLst>
        </pc:spChg>
      </pc:sldChg>
      <pc:sldMasterChg chg="setBg delSldLayout modSldLayout">
        <pc:chgData name="Sharanya Sahu" userId="5c5397e115b556e9" providerId="LiveId" clId="{ABF83788-C895-4206-9B43-E647C8063968}" dt="2024-09-13T07:08:49.176" v="10287"/>
        <pc:sldMasterMkLst>
          <pc:docMk/>
          <pc:sldMasterMk cId="461561873" sldId="2147483828"/>
        </pc:sldMasterMkLst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2697493924" sldId="2147483691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2214048357" sldId="2147483810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3231860948" sldId="2147483829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423530869" sldId="2147483830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1139567435" sldId="2147483831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2591111145" sldId="2147483832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1292605069" sldId="2147483833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733370186" sldId="2147483834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1135709822" sldId="2147483835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2187315000" sldId="2147483836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2052264879" sldId="2147483837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720737706" sldId="2147483838"/>
          </pc:sldLayoutMkLst>
        </pc:sldLayoutChg>
        <pc:sldLayoutChg chg="setBg">
          <pc:chgData name="Sharanya Sahu" userId="5c5397e115b556e9" providerId="LiveId" clId="{ABF83788-C895-4206-9B43-E647C8063968}" dt="2024-09-13T07:08:49.176" v="10287"/>
          <pc:sldLayoutMkLst>
            <pc:docMk/>
            <pc:sldMasterMk cId="461561873" sldId="2147483828"/>
            <pc:sldLayoutMk cId="2128800675" sldId="2147483839"/>
          </pc:sldLayoutMkLst>
        </pc:sldLayoutChg>
        <pc:sldLayoutChg chg="del">
          <pc:chgData name="Sharanya Sahu" userId="5c5397e115b556e9" providerId="LiveId" clId="{ABF83788-C895-4206-9B43-E647C8063968}" dt="2024-09-12T05:01:45.747" v="540" actId="47"/>
          <pc:sldLayoutMkLst>
            <pc:docMk/>
            <pc:sldMasterMk cId="461561873" sldId="2147483828"/>
            <pc:sldLayoutMk cId="3405869569" sldId="2147483840"/>
          </pc:sldLayoutMkLst>
        </pc:sldLayoutChg>
        <pc:sldLayoutChg chg="del">
          <pc:chgData name="Sharanya Sahu" userId="5c5397e115b556e9" providerId="LiveId" clId="{ABF83788-C895-4206-9B43-E647C8063968}" dt="2024-09-12T05:01:46.121" v="542" actId="47"/>
          <pc:sldLayoutMkLst>
            <pc:docMk/>
            <pc:sldMasterMk cId="461561873" sldId="2147483828"/>
            <pc:sldLayoutMk cId="3487639428" sldId="2147483841"/>
          </pc:sldLayoutMkLst>
        </pc:sldLayoutChg>
        <pc:sldLayoutChg chg="del">
          <pc:chgData name="Sharanya Sahu" userId="5c5397e115b556e9" providerId="LiveId" clId="{ABF83788-C895-4206-9B43-E647C8063968}" dt="2024-09-12T05:01:46.301" v="543" actId="47"/>
          <pc:sldLayoutMkLst>
            <pc:docMk/>
            <pc:sldMasterMk cId="461561873" sldId="2147483828"/>
            <pc:sldLayoutMk cId="1399165415" sldId="2147483842"/>
          </pc:sldLayoutMkLst>
        </pc:sldLayoutChg>
        <pc:sldLayoutChg chg="del">
          <pc:chgData name="Sharanya Sahu" userId="5c5397e115b556e9" providerId="LiveId" clId="{ABF83788-C895-4206-9B43-E647C8063968}" dt="2024-09-12T05:01:46.488" v="544" actId="47"/>
          <pc:sldLayoutMkLst>
            <pc:docMk/>
            <pc:sldMasterMk cId="461561873" sldId="2147483828"/>
            <pc:sldLayoutMk cId="509433826" sldId="2147483843"/>
          </pc:sldLayoutMkLst>
        </pc:sldLayoutChg>
        <pc:sldLayoutChg chg="del">
          <pc:chgData name="Sharanya Sahu" userId="5c5397e115b556e9" providerId="LiveId" clId="{ABF83788-C895-4206-9B43-E647C8063968}" dt="2024-09-12T05:01:48.152" v="548" actId="47"/>
          <pc:sldLayoutMkLst>
            <pc:docMk/>
            <pc:sldMasterMk cId="461561873" sldId="2147483828"/>
            <pc:sldLayoutMk cId="3477880545" sldId="2147483844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6FA6CD-1B76-4EF4-95DA-FB5B4B337A42}" type="doc">
      <dgm:prSet loTypeId="urn:microsoft.com/office/officeart/2008/layout/LinedList" loCatId="list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5779290-C131-4254-A74D-1E860E6E2075}">
      <dgm:prSet/>
      <dgm:spPr/>
      <dgm:t>
        <a:bodyPr/>
        <a:lstStyle/>
        <a:p>
          <a:r>
            <a:rPr lang="en-US" b="1" i="0" dirty="0"/>
            <a:t>01 Outdated</a:t>
          </a:r>
          <a:br>
            <a:rPr lang="en-US" b="0" i="0" dirty="0"/>
          </a:br>
          <a:r>
            <a:rPr lang="en-US" b="0" i="0" dirty="0"/>
            <a:t>The industry was not updated to fit modern aesthetic standards and clothing habits. Batik was used in formal, ceremonial occasions, which excluded it from daily wear. </a:t>
          </a:r>
          <a:endParaRPr lang="en-US" dirty="0"/>
        </a:p>
      </dgm:t>
    </dgm:pt>
    <dgm:pt modelId="{D81E208F-CC78-4B63-BB10-5F8D9E8A8484}" type="parTrans" cxnId="{8136E672-31E0-4F92-BED1-A1242B756142}">
      <dgm:prSet/>
      <dgm:spPr/>
      <dgm:t>
        <a:bodyPr/>
        <a:lstStyle/>
        <a:p>
          <a:endParaRPr lang="en-US"/>
        </a:p>
      </dgm:t>
    </dgm:pt>
    <dgm:pt modelId="{A4F75169-2843-4972-BE23-68B33CF7D1AC}" type="sibTrans" cxnId="{8136E672-31E0-4F92-BED1-A1242B756142}">
      <dgm:prSet phldrT="01" phldr="0"/>
      <dgm:spPr/>
      <dgm:t>
        <a:bodyPr/>
        <a:lstStyle/>
        <a:p>
          <a:endParaRPr lang="en-US"/>
        </a:p>
      </dgm:t>
    </dgm:pt>
    <dgm:pt modelId="{399C5B82-C044-41B1-A867-F95B2E7362DF}">
      <dgm:prSet/>
      <dgm:spPr/>
      <dgm:t>
        <a:bodyPr/>
        <a:lstStyle/>
        <a:p>
          <a:r>
            <a:rPr lang="en-US" b="1" dirty="0"/>
            <a:t>02 Irregular Income</a:t>
          </a:r>
          <a:br>
            <a:rPr lang="en-US" dirty="0"/>
          </a:br>
          <a:r>
            <a:rPr lang="en-US" b="0" i="0" dirty="0"/>
            <a:t>Traditionally a family business, younger generations are deterred by the low wages and irregular income.</a:t>
          </a:r>
          <a:endParaRPr lang="en-US" dirty="0"/>
        </a:p>
      </dgm:t>
    </dgm:pt>
    <dgm:pt modelId="{D2EF998D-A879-4CED-93CA-38593D97F9D7}" type="parTrans" cxnId="{DAD030AD-D6CF-44C2-B937-F2AA3769D5B6}">
      <dgm:prSet/>
      <dgm:spPr/>
      <dgm:t>
        <a:bodyPr/>
        <a:lstStyle/>
        <a:p>
          <a:endParaRPr lang="en-US"/>
        </a:p>
      </dgm:t>
    </dgm:pt>
    <dgm:pt modelId="{57CF867B-A88C-4A01-852D-B261ABF9B2FE}" type="sibTrans" cxnId="{DAD030AD-D6CF-44C2-B937-F2AA3769D5B6}">
      <dgm:prSet phldrT="02" phldr="0"/>
      <dgm:spPr/>
      <dgm:t>
        <a:bodyPr/>
        <a:lstStyle/>
        <a:p>
          <a:endParaRPr lang="en-US"/>
        </a:p>
      </dgm:t>
    </dgm:pt>
    <dgm:pt modelId="{7A81D128-935B-4EEE-B8CA-3872E5B06297}">
      <dgm:prSet/>
      <dgm:spPr/>
      <dgm:t>
        <a:bodyPr/>
        <a:lstStyle/>
        <a:p>
          <a:r>
            <a:rPr lang="en-US" b="1" i="0" dirty="0"/>
            <a:t>03 Lack of Market Access</a:t>
          </a:r>
          <a:br>
            <a:rPr lang="en-US" b="1" i="0" dirty="0"/>
          </a:br>
          <a:r>
            <a:rPr lang="en-US" b="0" i="0" dirty="0"/>
            <a:t>Tourists and international buyers value handicrafts for their cultural significance and are willing to pay more, but Indonesian artisans are limited to local market connections.</a:t>
          </a:r>
          <a:endParaRPr lang="en-US" dirty="0"/>
        </a:p>
      </dgm:t>
    </dgm:pt>
    <dgm:pt modelId="{74F7FC6B-B22B-47BB-853A-FC1A3CE7A177}" type="parTrans" cxnId="{19177ED3-0498-4EBE-8376-9B150F52A7C3}">
      <dgm:prSet/>
      <dgm:spPr/>
      <dgm:t>
        <a:bodyPr/>
        <a:lstStyle/>
        <a:p>
          <a:endParaRPr lang="en-US"/>
        </a:p>
      </dgm:t>
    </dgm:pt>
    <dgm:pt modelId="{87275D07-A1B8-46BA-91A1-FE1CC47FFF82}" type="sibTrans" cxnId="{19177ED3-0498-4EBE-8376-9B150F52A7C3}">
      <dgm:prSet phldrT="03" phldr="0"/>
      <dgm:spPr/>
      <dgm:t>
        <a:bodyPr/>
        <a:lstStyle/>
        <a:p>
          <a:endParaRPr lang="en-US"/>
        </a:p>
      </dgm:t>
    </dgm:pt>
    <dgm:pt modelId="{7F9D8BFD-E6EF-4BE5-90BB-651870D0BD26}" type="pres">
      <dgm:prSet presAssocID="{696FA6CD-1B76-4EF4-95DA-FB5B4B337A42}" presName="vert0" presStyleCnt="0">
        <dgm:presLayoutVars>
          <dgm:dir/>
          <dgm:animOne val="branch"/>
          <dgm:animLvl val="lvl"/>
        </dgm:presLayoutVars>
      </dgm:prSet>
      <dgm:spPr/>
    </dgm:pt>
    <dgm:pt modelId="{D256498B-2CBD-4794-9069-5AF692B3A9F0}" type="pres">
      <dgm:prSet presAssocID="{95779290-C131-4254-A74D-1E860E6E2075}" presName="thickLine" presStyleLbl="alignNode1" presStyleIdx="0" presStyleCnt="3"/>
      <dgm:spPr/>
    </dgm:pt>
    <dgm:pt modelId="{51792372-C496-4BE5-A0D2-71EAF073C63D}" type="pres">
      <dgm:prSet presAssocID="{95779290-C131-4254-A74D-1E860E6E2075}" presName="horz1" presStyleCnt="0"/>
      <dgm:spPr/>
    </dgm:pt>
    <dgm:pt modelId="{52A63797-D48E-4B66-B8C8-FB90439A1B69}" type="pres">
      <dgm:prSet presAssocID="{95779290-C131-4254-A74D-1E860E6E2075}" presName="tx1" presStyleLbl="revTx" presStyleIdx="0" presStyleCnt="3"/>
      <dgm:spPr/>
    </dgm:pt>
    <dgm:pt modelId="{CE96C6CB-D922-4788-9B53-F916AA17F616}" type="pres">
      <dgm:prSet presAssocID="{95779290-C131-4254-A74D-1E860E6E2075}" presName="vert1" presStyleCnt="0"/>
      <dgm:spPr/>
    </dgm:pt>
    <dgm:pt modelId="{9393F292-13E9-4117-A9B8-D750F2487671}" type="pres">
      <dgm:prSet presAssocID="{399C5B82-C044-41B1-A867-F95B2E7362DF}" presName="thickLine" presStyleLbl="alignNode1" presStyleIdx="1" presStyleCnt="3"/>
      <dgm:spPr/>
    </dgm:pt>
    <dgm:pt modelId="{A1651F21-408F-4600-82D1-84794277AD2A}" type="pres">
      <dgm:prSet presAssocID="{399C5B82-C044-41B1-A867-F95B2E7362DF}" presName="horz1" presStyleCnt="0"/>
      <dgm:spPr/>
    </dgm:pt>
    <dgm:pt modelId="{66EC7AB8-00A7-4FCB-9522-430041242432}" type="pres">
      <dgm:prSet presAssocID="{399C5B82-C044-41B1-A867-F95B2E7362DF}" presName="tx1" presStyleLbl="revTx" presStyleIdx="1" presStyleCnt="3"/>
      <dgm:spPr/>
    </dgm:pt>
    <dgm:pt modelId="{463586F9-B21F-4C56-AFA9-018DC5CA2988}" type="pres">
      <dgm:prSet presAssocID="{399C5B82-C044-41B1-A867-F95B2E7362DF}" presName="vert1" presStyleCnt="0"/>
      <dgm:spPr/>
    </dgm:pt>
    <dgm:pt modelId="{0B5ADA27-F1FB-4C45-82CE-344A2CBC4FAD}" type="pres">
      <dgm:prSet presAssocID="{7A81D128-935B-4EEE-B8CA-3872E5B06297}" presName="thickLine" presStyleLbl="alignNode1" presStyleIdx="2" presStyleCnt="3"/>
      <dgm:spPr/>
    </dgm:pt>
    <dgm:pt modelId="{B6970A3F-A5E1-4C5D-A5DE-9C554A8FDD00}" type="pres">
      <dgm:prSet presAssocID="{7A81D128-935B-4EEE-B8CA-3872E5B06297}" presName="horz1" presStyleCnt="0"/>
      <dgm:spPr/>
    </dgm:pt>
    <dgm:pt modelId="{CD2024D4-E742-4964-B944-C10994EECB16}" type="pres">
      <dgm:prSet presAssocID="{7A81D128-935B-4EEE-B8CA-3872E5B06297}" presName="tx1" presStyleLbl="revTx" presStyleIdx="2" presStyleCnt="3"/>
      <dgm:spPr/>
    </dgm:pt>
    <dgm:pt modelId="{CFCD0DB9-72AC-478C-819F-8F831EF80C96}" type="pres">
      <dgm:prSet presAssocID="{7A81D128-935B-4EEE-B8CA-3872E5B06297}" presName="vert1" presStyleCnt="0"/>
      <dgm:spPr/>
    </dgm:pt>
  </dgm:ptLst>
  <dgm:cxnLst>
    <dgm:cxn modelId="{CD2C990D-4EF0-4A55-B660-6BB1430BC8A0}" type="presOf" srcId="{7A81D128-935B-4EEE-B8CA-3872E5B06297}" destId="{CD2024D4-E742-4964-B944-C10994EECB16}" srcOrd="0" destOrd="0" presId="urn:microsoft.com/office/officeart/2008/layout/LinedList"/>
    <dgm:cxn modelId="{B649A30F-06D5-4086-9009-E7F6D7A0B79D}" type="presOf" srcId="{95779290-C131-4254-A74D-1E860E6E2075}" destId="{52A63797-D48E-4B66-B8C8-FB90439A1B69}" srcOrd="0" destOrd="0" presId="urn:microsoft.com/office/officeart/2008/layout/LinedList"/>
    <dgm:cxn modelId="{4F5D6819-C64D-47C8-9BCA-FDE2114DAA28}" type="presOf" srcId="{399C5B82-C044-41B1-A867-F95B2E7362DF}" destId="{66EC7AB8-00A7-4FCB-9522-430041242432}" srcOrd="0" destOrd="0" presId="urn:microsoft.com/office/officeart/2008/layout/LinedList"/>
    <dgm:cxn modelId="{8136E672-31E0-4F92-BED1-A1242B756142}" srcId="{696FA6CD-1B76-4EF4-95DA-FB5B4B337A42}" destId="{95779290-C131-4254-A74D-1E860E6E2075}" srcOrd="0" destOrd="0" parTransId="{D81E208F-CC78-4B63-BB10-5F8D9E8A8484}" sibTransId="{A4F75169-2843-4972-BE23-68B33CF7D1AC}"/>
    <dgm:cxn modelId="{DAD030AD-D6CF-44C2-B937-F2AA3769D5B6}" srcId="{696FA6CD-1B76-4EF4-95DA-FB5B4B337A42}" destId="{399C5B82-C044-41B1-A867-F95B2E7362DF}" srcOrd="1" destOrd="0" parTransId="{D2EF998D-A879-4CED-93CA-38593D97F9D7}" sibTransId="{57CF867B-A88C-4A01-852D-B261ABF9B2FE}"/>
    <dgm:cxn modelId="{19177ED3-0498-4EBE-8376-9B150F52A7C3}" srcId="{696FA6CD-1B76-4EF4-95DA-FB5B4B337A42}" destId="{7A81D128-935B-4EEE-B8CA-3872E5B06297}" srcOrd="2" destOrd="0" parTransId="{74F7FC6B-B22B-47BB-853A-FC1A3CE7A177}" sibTransId="{87275D07-A1B8-46BA-91A1-FE1CC47FFF82}"/>
    <dgm:cxn modelId="{CEAD2ADF-0827-4D54-8881-D5DBBAC0A403}" type="presOf" srcId="{696FA6CD-1B76-4EF4-95DA-FB5B4B337A42}" destId="{7F9D8BFD-E6EF-4BE5-90BB-651870D0BD26}" srcOrd="0" destOrd="0" presId="urn:microsoft.com/office/officeart/2008/layout/LinedList"/>
    <dgm:cxn modelId="{15F03165-4BC3-4F04-995A-2CA5756BBDBC}" type="presParOf" srcId="{7F9D8BFD-E6EF-4BE5-90BB-651870D0BD26}" destId="{D256498B-2CBD-4794-9069-5AF692B3A9F0}" srcOrd="0" destOrd="0" presId="urn:microsoft.com/office/officeart/2008/layout/LinedList"/>
    <dgm:cxn modelId="{E1D1A304-89DE-4AD9-A690-B0D52A4EF563}" type="presParOf" srcId="{7F9D8BFD-E6EF-4BE5-90BB-651870D0BD26}" destId="{51792372-C496-4BE5-A0D2-71EAF073C63D}" srcOrd="1" destOrd="0" presId="urn:microsoft.com/office/officeart/2008/layout/LinedList"/>
    <dgm:cxn modelId="{57930289-5F22-44C2-A6CB-B0F75F9C8318}" type="presParOf" srcId="{51792372-C496-4BE5-A0D2-71EAF073C63D}" destId="{52A63797-D48E-4B66-B8C8-FB90439A1B69}" srcOrd="0" destOrd="0" presId="urn:microsoft.com/office/officeart/2008/layout/LinedList"/>
    <dgm:cxn modelId="{9D2E8F17-29D8-4C21-8ABD-4556880B1616}" type="presParOf" srcId="{51792372-C496-4BE5-A0D2-71EAF073C63D}" destId="{CE96C6CB-D922-4788-9B53-F916AA17F616}" srcOrd="1" destOrd="0" presId="urn:microsoft.com/office/officeart/2008/layout/LinedList"/>
    <dgm:cxn modelId="{8E3D2FC7-C935-43F5-87EA-4FA1F7A5A3CC}" type="presParOf" srcId="{7F9D8BFD-E6EF-4BE5-90BB-651870D0BD26}" destId="{9393F292-13E9-4117-A9B8-D750F2487671}" srcOrd="2" destOrd="0" presId="urn:microsoft.com/office/officeart/2008/layout/LinedList"/>
    <dgm:cxn modelId="{7F86930F-68EE-4BDB-A095-7DD386EB0380}" type="presParOf" srcId="{7F9D8BFD-E6EF-4BE5-90BB-651870D0BD26}" destId="{A1651F21-408F-4600-82D1-84794277AD2A}" srcOrd="3" destOrd="0" presId="urn:microsoft.com/office/officeart/2008/layout/LinedList"/>
    <dgm:cxn modelId="{4633DD68-A5E4-462F-B9A8-782CDF7E50BB}" type="presParOf" srcId="{A1651F21-408F-4600-82D1-84794277AD2A}" destId="{66EC7AB8-00A7-4FCB-9522-430041242432}" srcOrd="0" destOrd="0" presId="urn:microsoft.com/office/officeart/2008/layout/LinedList"/>
    <dgm:cxn modelId="{A6AAD3E8-12AB-4396-9513-8429FDD60F55}" type="presParOf" srcId="{A1651F21-408F-4600-82D1-84794277AD2A}" destId="{463586F9-B21F-4C56-AFA9-018DC5CA2988}" srcOrd="1" destOrd="0" presId="urn:microsoft.com/office/officeart/2008/layout/LinedList"/>
    <dgm:cxn modelId="{DD932A78-9A43-4C94-AC28-7276C643E579}" type="presParOf" srcId="{7F9D8BFD-E6EF-4BE5-90BB-651870D0BD26}" destId="{0B5ADA27-F1FB-4C45-82CE-344A2CBC4FAD}" srcOrd="4" destOrd="0" presId="urn:microsoft.com/office/officeart/2008/layout/LinedList"/>
    <dgm:cxn modelId="{BC40CEFA-EB9C-4018-AEFB-4FD2B040B523}" type="presParOf" srcId="{7F9D8BFD-E6EF-4BE5-90BB-651870D0BD26}" destId="{B6970A3F-A5E1-4C5D-A5DE-9C554A8FDD00}" srcOrd="5" destOrd="0" presId="urn:microsoft.com/office/officeart/2008/layout/LinedList"/>
    <dgm:cxn modelId="{54E70453-C886-436A-B31D-7A787D7668F1}" type="presParOf" srcId="{B6970A3F-A5E1-4C5D-A5DE-9C554A8FDD00}" destId="{CD2024D4-E742-4964-B944-C10994EECB16}" srcOrd="0" destOrd="0" presId="urn:microsoft.com/office/officeart/2008/layout/LinedList"/>
    <dgm:cxn modelId="{45A3BDEB-1BF7-4972-9F64-A9E3A1A4676A}" type="presParOf" srcId="{B6970A3F-A5E1-4C5D-A5DE-9C554A8FDD00}" destId="{CFCD0DB9-72AC-478C-819F-8F831EF80C9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5CD133-2E4C-4286-BCF9-B5BDFD061CB0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881B6FB-C36E-4B5F-8CCD-57A845017C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Tourism Development</a:t>
          </a:r>
        </a:p>
      </dgm:t>
    </dgm:pt>
    <dgm:pt modelId="{E6518519-CE63-45F3-9156-6929AF44444D}" type="parTrans" cxnId="{9C91D6F9-06F8-481F-8FC5-77D9D156C7A9}">
      <dgm:prSet/>
      <dgm:spPr/>
      <dgm:t>
        <a:bodyPr/>
        <a:lstStyle/>
        <a:p>
          <a:endParaRPr lang="en-US"/>
        </a:p>
      </dgm:t>
    </dgm:pt>
    <dgm:pt modelId="{AA8A8AE2-445D-4EB5-A0E7-04465730B5BC}" type="sibTrans" cxnId="{9C91D6F9-06F8-481F-8FC5-77D9D156C7A9}">
      <dgm:prSet/>
      <dgm:spPr/>
      <dgm:t>
        <a:bodyPr/>
        <a:lstStyle/>
        <a:p>
          <a:endParaRPr lang="en-US"/>
        </a:p>
      </dgm:t>
    </dgm:pt>
    <dgm:pt modelId="{0D7CDD48-1F05-4AE7-982B-365C23BC3C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 Promotion </a:t>
          </a:r>
          <a:br>
            <a:rPr lang="en-US" dirty="0"/>
          </a:br>
          <a:r>
            <a:rPr lang="en-US" dirty="0"/>
            <a:t>&amp; Education</a:t>
          </a:r>
        </a:p>
      </dgm:t>
    </dgm:pt>
    <dgm:pt modelId="{4D1B2C1B-19C8-4BE8-B32B-54A8CCF3E733}" type="parTrans" cxnId="{4A0CA926-0535-4AB3-BC51-D285C01CF8E9}">
      <dgm:prSet/>
      <dgm:spPr/>
      <dgm:t>
        <a:bodyPr/>
        <a:lstStyle/>
        <a:p>
          <a:endParaRPr lang="en-US"/>
        </a:p>
      </dgm:t>
    </dgm:pt>
    <dgm:pt modelId="{A3F79F75-F8DF-4381-8DCC-9E1C238CCAF7}" type="sibTrans" cxnId="{4A0CA926-0535-4AB3-BC51-D285C01CF8E9}">
      <dgm:prSet/>
      <dgm:spPr/>
      <dgm:t>
        <a:bodyPr/>
        <a:lstStyle/>
        <a:p>
          <a:endParaRPr lang="en-US"/>
        </a:p>
      </dgm:t>
    </dgm:pt>
    <dgm:pt modelId="{F1D66BED-CD37-4B40-90FE-8653987CB8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Training &amp; Technical Assistance</a:t>
          </a:r>
        </a:p>
      </dgm:t>
    </dgm:pt>
    <dgm:pt modelId="{F7A41A9D-4895-4614-843B-C34276188795}" type="parTrans" cxnId="{E6B12B82-2D64-49D8-9FB8-FFDEA6CBC2CB}">
      <dgm:prSet/>
      <dgm:spPr/>
      <dgm:t>
        <a:bodyPr/>
        <a:lstStyle/>
        <a:p>
          <a:endParaRPr lang="en-US"/>
        </a:p>
      </dgm:t>
    </dgm:pt>
    <dgm:pt modelId="{49B7458B-DC88-4E69-A3EA-73219A56D762}" type="sibTrans" cxnId="{E6B12B82-2D64-49D8-9FB8-FFDEA6CBC2CB}">
      <dgm:prSet/>
      <dgm:spPr/>
      <dgm:t>
        <a:bodyPr/>
        <a:lstStyle/>
        <a:p>
          <a:endParaRPr lang="en-US"/>
        </a:p>
      </dgm:t>
    </dgm:pt>
    <dgm:pt modelId="{A38B3FFE-72A1-4415-8D30-38B6A97924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Supportive Policy Framework</a:t>
          </a:r>
        </a:p>
      </dgm:t>
    </dgm:pt>
    <dgm:pt modelId="{585B2670-5703-478F-9B28-9EE104D54EC0}" type="parTrans" cxnId="{C8B9D558-0E2B-4517-8EDC-7B7DAE19FB40}">
      <dgm:prSet/>
      <dgm:spPr/>
      <dgm:t>
        <a:bodyPr/>
        <a:lstStyle/>
        <a:p>
          <a:endParaRPr lang="en-US"/>
        </a:p>
      </dgm:t>
    </dgm:pt>
    <dgm:pt modelId="{A3BE42BA-D4E5-49C5-A37A-E5665C7536A9}" type="sibTrans" cxnId="{C8B9D558-0E2B-4517-8EDC-7B7DAE19FB40}">
      <dgm:prSet/>
      <dgm:spPr/>
      <dgm:t>
        <a:bodyPr/>
        <a:lstStyle/>
        <a:p>
          <a:endParaRPr lang="en-US"/>
        </a:p>
      </dgm:t>
    </dgm:pt>
    <dgm:pt modelId="{BA53966B-30CD-49E6-B623-C5B9F125F0E0}" type="pres">
      <dgm:prSet presAssocID="{2F5CD133-2E4C-4286-BCF9-B5BDFD061CB0}" presName="root" presStyleCnt="0">
        <dgm:presLayoutVars>
          <dgm:dir/>
          <dgm:resizeHandles val="exact"/>
        </dgm:presLayoutVars>
      </dgm:prSet>
      <dgm:spPr/>
    </dgm:pt>
    <dgm:pt modelId="{27E87A01-C11A-4858-B2E9-0A9C4DF65F78}" type="pres">
      <dgm:prSet presAssocID="{3881B6FB-C36E-4B5F-8CCD-57A845017C8B}" presName="compNode" presStyleCnt="0"/>
      <dgm:spPr/>
    </dgm:pt>
    <dgm:pt modelId="{E70A9F33-01D3-4BAB-BCD0-287F09A2F6F8}" type="pres">
      <dgm:prSet presAssocID="{3881B6FB-C36E-4B5F-8CCD-57A845017C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2D441179-DFE4-44AA-8ABA-C7FBE95C481C}" type="pres">
      <dgm:prSet presAssocID="{3881B6FB-C36E-4B5F-8CCD-57A845017C8B}" presName="spaceRect" presStyleCnt="0"/>
      <dgm:spPr/>
    </dgm:pt>
    <dgm:pt modelId="{092AEDF9-D1BE-4549-961D-583B115EBE4D}" type="pres">
      <dgm:prSet presAssocID="{3881B6FB-C36E-4B5F-8CCD-57A845017C8B}" presName="textRect" presStyleLbl="revTx" presStyleIdx="0" presStyleCnt="4">
        <dgm:presLayoutVars>
          <dgm:chMax val="1"/>
          <dgm:chPref val="1"/>
        </dgm:presLayoutVars>
      </dgm:prSet>
      <dgm:spPr/>
    </dgm:pt>
    <dgm:pt modelId="{EC1DF07A-8DB3-4363-BF95-6FE216FB9E1E}" type="pres">
      <dgm:prSet presAssocID="{AA8A8AE2-445D-4EB5-A0E7-04465730B5BC}" presName="sibTrans" presStyleCnt="0"/>
      <dgm:spPr/>
    </dgm:pt>
    <dgm:pt modelId="{C811B8B0-B2C6-4E3C-B760-0CFCDDE6E931}" type="pres">
      <dgm:prSet presAssocID="{0D7CDD48-1F05-4AE7-982B-365C23BC3C02}" presName="compNode" presStyleCnt="0"/>
      <dgm:spPr/>
    </dgm:pt>
    <dgm:pt modelId="{4F84D5C0-13C8-4917-AB2A-49CD05A15F77}" type="pres">
      <dgm:prSet presAssocID="{0D7CDD48-1F05-4AE7-982B-365C23BC3C0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AB75036-095A-4758-9FEE-ACA1C73A5593}" type="pres">
      <dgm:prSet presAssocID="{0D7CDD48-1F05-4AE7-982B-365C23BC3C02}" presName="spaceRect" presStyleCnt="0"/>
      <dgm:spPr/>
    </dgm:pt>
    <dgm:pt modelId="{DD9C78A3-1D5C-4035-AD46-BD719BD97198}" type="pres">
      <dgm:prSet presAssocID="{0D7CDD48-1F05-4AE7-982B-365C23BC3C02}" presName="textRect" presStyleLbl="revTx" presStyleIdx="1" presStyleCnt="4">
        <dgm:presLayoutVars>
          <dgm:chMax val="1"/>
          <dgm:chPref val="1"/>
        </dgm:presLayoutVars>
      </dgm:prSet>
      <dgm:spPr/>
    </dgm:pt>
    <dgm:pt modelId="{9BCBB215-3544-4CAC-8E3A-F536469C8D0D}" type="pres">
      <dgm:prSet presAssocID="{A3F79F75-F8DF-4381-8DCC-9E1C238CCAF7}" presName="sibTrans" presStyleCnt="0"/>
      <dgm:spPr/>
    </dgm:pt>
    <dgm:pt modelId="{6A713F48-432C-465A-982F-1AE8F164C846}" type="pres">
      <dgm:prSet presAssocID="{F1D66BED-CD37-4B40-90FE-8653987CB8A5}" presName="compNode" presStyleCnt="0"/>
      <dgm:spPr/>
    </dgm:pt>
    <dgm:pt modelId="{616D3869-A266-44C2-85D6-03E299B3A93E}" type="pres">
      <dgm:prSet presAssocID="{F1D66BED-CD37-4B40-90FE-8653987CB8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94E8410-E5D2-473A-A240-DE39EC8D2DFF}" type="pres">
      <dgm:prSet presAssocID="{F1D66BED-CD37-4B40-90FE-8653987CB8A5}" presName="spaceRect" presStyleCnt="0"/>
      <dgm:spPr/>
    </dgm:pt>
    <dgm:pt modelId="{F52C2809-3C1C-4D50-8BC9-7DEB12A40CF6}" type="pres">
      <dgm:prSet presAssocID="{F1D66BED-CD37-4B40-90FE-8653987CB8A5}" presName="textRect" presStyleLbl="revTx" presStyleIdx="2" presStyleCnt="4">
        <dgm:presLayoutVars>
          <dgm:chMax val="1"/>
          <dgm:chPref val="1"/>
        </dgm:presLayoutVars>
      </dgm:prSet>
      <dgm:spPr/>
    </dgm:pt>
    <dgm:pt modelId="{B601EDDA-F8C0-4276-9D11-208E0E673AB7}" type="pres">
      <dgm:prSet presAssocID="{49B7458B-DC88-4E69-A3EA-73219A56D762}" presName="sibTrans" presStyleCnt="0"/>
      <dgm:spPr/>
    </dgm:pt>
    <dgm:pt modelId="{662BD655-3741-4146-8AE7-6D9DFC35E604}" type="pres">
      <dgm:prSet presAssocID="{A38B3FFE-72A1-4415-8D30-38B6A97924C8}" presName="compNode" presStyleCnt="0"/>
      <dgm:spPr/>
    </dgm:pt>
    <dgm:pt modelId="{43B563DD-2308-477F-9253-42BCE1D971E0}" type="pres">
      <dgm:prSet presAssocID="{A38B3FFE-72A1-4415-8D30-38B6A97924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3AE172C-B28F-420C-9171-0529BFBC73B0}" type="pres">
      <dgm:prSet presAssocID="{A38B3FFE-72A1-4415-8D30-38B6A97924C8}" presName="spaceRect" presStyleCnt="0"/>
      <dgm:spPr/>
    </dgm:pt>
    <dgm:pt modelId="{228A9E70-07C6-4E9E-91BB-8D4650407B94}" type="pres">
      <dgm:prSet presAssocID="{A38B3FFE-72A1-4415-8D30-38B6A97924C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6A54709-6AFA-49CB-8F0F-6132D9030EC0}" type="presOf" srcId="{0D7CDD48-1F05-4AE7-982B-365C23BC3C02}" destId="{DD9C78A3-1D5C-4035-AD46-BD719BD97198}" srcOrd="0" destOrd="0" presId="urn:microsoft.com/office/officeart/2018/2/layout/IconLabelList"/>
    <dgm:cxn modelId="{4E96A60C-AEBD-46A6-A591-2E19B79D097C}" type="presOf" srcId="{A38B3FFE-72A1-4415-8D30-38B6A97924C8}" destId="{228A9E70-07C6-4E9E-91BB-8D4650407B94}" srcOrd="0" destOrd="0" presId="urn:microsoft.com/office/officeart/2018/2/layout/IconLabelList"/>
    <dgm:cxn modelId="{4A0CA926-0535-4AB3-BC51-D285C01CF8E9}" srcId="{2F5CD133-2E4C-4286-BCF9-B5BDFD061CB0}" destId="{0D7CDD48-1F05-4AE7-982B-365C23BC3C02}" srcOrd="1" destOrd="0" parTransId="{4D1B2C1B-19C8-4BE8-B32B-54A8CCF3E733}" sibTransId="{A3F79F75-F8DF-4381-8DCC-9E1C238CCAF7}"/>
    <dgm:cxn modelId="{B45EDE5C-56D4-419F-B0DF-7350FBD505BF}" type="presOf" srcId="{F1D66BED-CD37-4B40-90FE-8653987CB8A5}" destId="{F52C2809-3C1C-4D50-8BC9-7DEB12A40CF6}" srcOrd="0" destOrd="0" presId="urn:microsoft.com/office/officeart/2018/2/layout/IconLabelList"/>
    <dgm:cxn modelId="{C8B9D558-0E2B-4517-8EDC-7B7DAE19FB40}" srcId="{2F5CD133-2E4C-4286-BCF9-B5BDFD061CB0}" destId="{A38B3FFE-72A1-4415-8D30-38B6A97924C8}" srcOrd="3" destOrd="0" parTransId="{585B2670-5703-478F-9B28-9EE104D54EC0}" sibTransId="{A3BE42BA-D4E5-49C5-A37A-E5665C7536A9}"/>
    <dgm:cxn modelId="{E6B12B82-2D64-49D8-9FB8-FFDEA6CBC2CB}" srcId="{2F5CD133-2E4C-4286-BCF9-B5BDFD061CB0}" destId="{F1D66BED-CD37-4B40-90FE-8653987CB8A5}" srcOrd="2" destOrd="0" parTransId="{F7A41A9D-4895-4614-843B-C34276188795}" sibTransId="{49B7458B-DC88-4E69-A3EA-73219A56D762}"/>
    <dgm:cxn modelId="{EB2556D5-7FC4-4FB0-B476-559624ED9D80}" type="presOf" srcId="{2F5CD133-2E4C-4286-BCF9-B5BDFD061CB0}" destId="{BA53966B-30CD-49E6-B623-C5B9F125F0E0}" srcOrd="0" destOrd="0" presId="urn:microsoft.com/office/officeart/2018/2/layout/IconLabelList"/>
    <dgm:cxn modelId="{9C91D6F9-06F8-481F-8FC5-77D9D156C7A9}" srcId="{2F5CD133-2E4C-4286-BCF9-B5BDFD061CB0}" destId="{3881B6FB-C36E-4B5F-8CCD-57A845017C8B}" srcOrd="0" destOrd="0" parTransId="{E6518519-CE63-45F3-9156-6929AF44444D}" sibTransId="{AA8A8AE2-445D-4EB5-A0E7-04465730B5BC}"/>
    <dgm:cxn modelId="{3B13C3FF-1DFA-4A37-A032-5FE442172810}" type="presOf" srcId="{3881B6FB-C36E-4B5F-8CCD-57A845017C8B}" destId="{092AEDF9-D1BE-4549-961D-583B115EBE4D}" srcOrd="0" destOrd="0" presId="urn:microsoft.com/office/officeart/2018/2/layout/IconLabelList"/>
    <dgm:cxn modelId="{97F9F742-38E2-425C-BF7C-FC9A72DAC974}" type="presParOf" srcId="{BA53966B-30CD-49E6-B623-C5B9F125F0E0}" destId="{27E87A01-C11A-4858-B2E9-0A9C4DF65F78}" srcOrd="0" destOrd="0" presId="urn:microsoft.com/office/officeart/2018/2/layout/IconLabelList"/>
    <dgm:cxn modelId="{0EB5DF16-2DF0-45EC-890E-40D8BC081679}" type="presParOf" srcId="{27E87A01-C11A-4858-B2E9-0A9C4DF65F78}" destId="{E70A9F33-01D3-4BAB-BCD0-287F09A2F6F8}" srcOrd="0" destOrd="0" presId="urn:microsoft.com/office/officeart/2018/2/layout/IconLabelList"/>
    <dgm:cxn modelId="{975986DC-8FC9-41AF-AC58-DEBD3C3894EF}" type="presParOf" srcId="{27E87A01-C11A-4858-B2E9-0A9C4DF65F78}" destId="{2D441179-DFE4-44AA-8ABA-C7FBE95C481C}" srcOrd="1" destOrd="0" presId="urn:microsoft.com/office/officeart/2018/2/layout/IconLabelList"/>
    <dgm:cxn modelId="{17F29AA0-17A4-48A9-8A57-BBFECBC33BD7}" type="presParOf" srcId="{27E87A01-C11A-4858-B2E9-0A9C4DF65F78}" destId="{092AEDF9-D1BE-4549-961D-583B115EBE4D}" srcOrd="2" destOrd="0" presId="urn:microsoft.com/office/officeart/2018/2/layout/IconLabelList"/>
    <dgm:cxn modelId="{F86BCF63-351C-4D2A-8360-40F64B4DEF06}" type="presParOf" srcId="{BA53966B-30CD-49E6-B623-C5B9F125F0E0}" destId="{EC1DF07A-8DB3-4363-BF95-6FE216FB9E1E}" srcOrd="1" destOrd="0" presId="urn:microsoft.com/office/officeart/2018/2/layout/IconLabelList"/>
    <dgm:cxn modelId="{0731584A-5004-4C06-B934-B71F5642C1A4}" type="presParOf" srcId="{BA53966B-30CD-49E6-B623-C5B9F125F0E0}" destId="{C811B8B0-B2C6-4E3C-B760-0CFCDDE6E931}" srcOrd="2" destOrd="0" presId="urn:microsoft.com/office/officeart/2018/2/layout/IconLabelList"/>
    <dgm:cxn modelId="{E79B71E2-B85E-45A1-B0F6-38AFD8A1B361}" type="presParOf" srcId="{C811B8B0-B2C6-4E3C-B760-0CFCDDE6E931}" destId="{4F84D5C0-13C8-4917-AB2A-49CD05A15F77}" srcOrd="0" destOrd="0" presId="urn:microsoft.com/office/officeart/2018/2/layout/IconLabelList"/>
    <dgm:cxn modelId="{BE8661B0-14CD-4688-AAB0-148A4D06A144}" type="presParOf" srcId="{C811B8B0-B2C6-4E3C-B760-0CFCDDE6E931}" destId="{FAB75036-095A-4758-9FEE-ACA1C73A5593}" srcOrd="1" destOrd="0" presId="urn:microsoft.com/office/officeart/2018/2/layout/IconLabelList"/>
    <dgm:cxn modelId="{3C596F4A-CF61-47F4-B339-E54903A8CDF8}" type="presParOf" srcId="{C811B8B0-B2C6-4E3C-B760-0CFCDDE6E931}" destId="{DD9C78A3-1D5C-4035-AD46-BD719BD97198}" srcOrd="2" destOrd="0" presId="urn:microsoft.com/office/officeart/2018/2/layout/IconLabelList"/>
    <dgm:cxn modelId="{9B55E73F-61D4-4C96-9C09-005B48D85576}" type="presParOf" srcId="{BA53966B-30CD-49E6-B623-C5B9F125F0E0}" destId="{9BCBB215-3544-4CAC-8E3A-F536469C8D0D}" srcOrd="3" destOrd="0" presId="urn:microsoft.com/office/officeart/2018/2/layout/IconLabelList"/>
    <dgm:cxn modelId="{D9203FC7-FEB3-4824-8005-2F8A7D21DCCC}" type="presParOf" srcId="{BA53966B-30CD-49E6-B623-C5B9F125F0E0}" destId="{6A713F48-432C-465A-982F-1AE8F164C846}" srcOrd="4" destOrd="0" presId="urn:microsoft.com/office/officeart/2018/2/layout/IconLabelList"/>
    <dgm:cxn modelId="{4FBCA88C-DF11-42AE-A651-8E583A25D6DD}" type="presParOf" srcId="{6A713F48-432C-465A-982F-1AE8F164C846}" destId="{616D3869-A266-44C2-85D6-03E299B3A93E}" srcOrd="0" destOrd="0" presId="urn:microsoft.com/office/officeart/2018/2/layout/IconLabelList"/>
    <dgm:cxn modelId="{A27AB731-C377-4617-A9F5-35B837D26077}" type="presParOf" srcId="{6A713F48-432C-465A-982F-1AE8F164C846}" destId="{794E8410-E5D2-473A-A240-DE39EC8D2DFF}" srcOrd="1" destOrd="0" presId="urn:microsoft.com/office/officeart/2018/2/layout/IconLabelList"/>
    <dgm:cxn modelId="{81261306-62FB-4987-905C-51F8E10709AF}" type="presParOf" srcId="{6A713F48-432C-465A-982F-1AE8F164C846}" destId="{F52C2809-3C1C-4D50-8BC9-7DEB12A40CF6}" srcOrd="2" destOrd="0" presId="urn:microsoft.com/office/officeart/2018/2/layout/IconLabelList"/>
    <dgm:cxn modelId="{DC118C45-513B-469F-836E-D62E9F007FE9}" type="presParOf" srcId="{BA53966B-30CD-49E6-B623-C5B9F125F0E0}" destId="{B601EDDA-F8C0-4276-9D11-208E0E673AB7}" srcOrd="5" destOrd="0" presId="urn:microsoft.com/office/officeart/2018/2/layout/IconLabelList"/>
    <dgm:cxn modelId="{0FFBD9AE-727F-4638-B898-28A4EF218712}" type="presParOf" srcId="{BA53966B-30CD-49E6-B623-C5B9F125F0E0}" destId="{662BD655-3741-4146-8AE7-6D9DFC35E604}" srcOrd="6" destOrd="0" presId="urn:microsoft.com/office/officeart/2018/2/layout/IconLabelList"/>
    <dgm:cxn modelId="{F655EDBC-F581-4C69-9F55-ADA82D80362E}" type="presParOf" srcId="{662BD655-3741-4146-8AE7-6D9DFC35E604}" destId="{43B563DD-2308-477F-9253-42BCE1D971E0}" srcOrd="0" destOrd="0" presId="urn:microsoft.com/office/officeart/2018/2/layout/IconLabelList"/>
    <dgm:cxn modelId="{DE73DD38-3827-441A-9B68-6A3263861387}" type="presParOf" srcId="{662BD655-3741-4146-8AE7-6D9DFC35E604}" destId="{B3AE172C-B28F-420C-9171-0529BFBC73B0}" srcOrd="1" destOrd="0" presId="urn:microsoft.com/office/officeart/2018/2/layout/IconLabelList"/>
    <dgm:cxn modelId="{27CFD59F-A2BC-4E31-96FC-47A508B757A4}" type="presParOf" srcId="{662BD655-3741-4146-8AE7-6D9DFC35E604}" destId="{228A9E70-07C6-4E9E-91BB-8D4650407B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6AD247-7942-43F9-B3F6-2D6497588BB3}" type="doc">
      <dgm:prSet loTypeId="urn:microsoft.com/office/officeart/2005/8/layout/hierarchy2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91E91B80-3D0F-4459-B04E-C2F45B35CBDB}">
      <dgm:prSet phldrT="[Text]" custT="1"/>
      <dgm:spPr>
        <a:ln w="38100"/>
      </dgm:spPr>
      <dgm:t>
        <a:bodyPr/>
        <a:lstStyle/>
        <a:p>
          <a:r>
            <a:rPr lang="en-US" sz="2200" b="1" dirty="0">
              <a:latin typeface="Arial" panose="020B0604020202020204" pitchFamily="34" charset="0"/>
              <a:cs typeface="Arial" panose="020B0604020202020204" pitchFamily="34" charset="0"/>
            </a:rPr>
            <a:t>Training &amp; Technical Assistance to Artisans</a:t>
          </a:r>
        </a:p>
      </dgm:t>
    </dgm:pt>
    <dgm:pt modelId="{A6A23A51-1F7F-4261-9CAD-5C0A5B48804A}" type="parTrans" cxnId="{1F74A42B-A3F1-4A14-9728-4C47DB266F83}">
      <dgm:prSet/>
      <dgm:spPr/>
      <dgm:t>
        <a:bodyPr/>
        <a:lstStyle/>
        <a:p>
          <a:endParaRPr lang="en-US"/>
        </a:p>
      </dgm:t>
    </dgm:pt>
    <dgm:pt modelId="{548629BE-A652-45C1-BC52-87DBB1C8ECFD}" type="sibTrans" cxnId="{1F74A42B-A3F1-4A14-9728-4C47DB266F83}">
      <dgm:prSet/>
      <dgm:spPr/>
      <dgm:t>
        <a:bodyPr/>
        <a:lstStyle/>
        <a:p>
          <a:endParaRPr lang="en-US"/>
        </a:p>
      </dgm:t>
    </dgm:pt>
    <dgm:pt modelId="{DD94F5F5-6356-4EBB-8B1B-EA83B3AD1A18}">
      <dgm:prSet phldrT="[Text]" custT="1"/>
      <dgm:spPr>
        <a:solidFill>
          <a:srgbClr val="FFFFFF"/>
        </a:solidFill>
        <a:ln w="38100">
          <a:solidFill>
            <a:schemeClr val="tx1"/>
          </a:solidFill>
        </a:ln>
      </dgm:spPr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Patent Training</a:t>
          </a:r>
        </a:p>
      </dgm:t>
    </dgm:pt>
    <dgm:pt modelId="{5E6761F6-4989-43AA-94BE-D3ED2D4CB019}" type="parTrans" cxnId="{614B2EC4-1351-4333-B1FF-BB550C326D67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916448ED-870A-4E5C-9BA1-73D9380D4550}" type="sibTrans" cxnId="{614B2EC4-1351-4333-B1FF-BB550C326D67}">
      <dgm:prSet/>
      <dgm:spPr/>
      <dgm:t>
        <a:bodyPr/>
        <a:lstStyle/>
        <a:p>
          <a:endParaRPr lang="en-US"/>
        </a:p>
      </dgm:t>
    </dgm:pt>
    <dgm:pt modelId="{F525D5B5-143E-4BD8-8E41-3C0AC4A4EABF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Screen-printing Technology</a:t>
          </a:r>
        </a:p>
      </dgm:t>
    </dgm:pt>
    <dgm:pt modelId="{73562625-D9FB-412D-A51F-8D29D3A047DE}" type="parTrans" cxnId="{62CF29E9-F509-4575-ADF3-08D9F1252E8B}">
      <dgm:prSet/>
      <dgm:spPr>
        <a:ln w="38100"/>
      </dgm:spPr>
      <dgm:t>
        <a:bodyPr/>
        <a:lstStyle/>
        <a:p>
          <a:endParaRPr lang="en-US"/>
        </a:p>
      </dgm:t>
    </dgm:pt>
    <dgm:pt modelId="{816C7808-8273-4176-90F8-F975E461BC90}" type="sibTrans" cxnId="{62CF29E9-F509-4575-ADF3-08D9F1252E8B}">
      <dgm:prSet/>
      <dgm:spPr/>
      <dgm:t>
        <a:bodyPr/>
        <a:lstStyle/>
        <a:p>
          <a:endParaRPr lang="en-US"/>
        </a:p>
      </dgm:t>
    </dgm:pt>
    <dgm:pt modelId="{0985C511-B114-4682-8EEC-66A698BC19D0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Providing Equipment and Raw Materials</a:t>
          </a:r>
        </a:p>
      </dgm:t>
    </dgm:pt>
    <dgm:pt modelId="{59BF3091-84B8-4F68-A948-44F69D2DB5A3}" type="parTrans" cxnId="{26517B72-C8FF-418C-961E-AA242835B1A2}">
      <dgm:prSet/>
      <dgm:spPr>
        <a:ln w="38100"/>
      </dgm:spPr>
      <dgm:t>
        <a:bodyPr/>
        <a:lstStyle/>
        <a:p>
          <a:endParaRPr lang="en-US"/>
        </a:p>
      </dgm:t>
    </dgm:pt>
    <dgm:pt modelId="{F92236C3-91D0-4E09-9EDD-9588B9D2928F}" type="sibTrans" cxnId="{26517B72-C8FF-418C-961E-AA242835B1A2}">
      <dgm:prSet/>
      <dgm:spPr/>
      <dgm:t>
        <a:bodyPr/>
        <a:lstStyle/>
        <a:p>
          <a:endParaRPr lang="en-US"/>
        </a:p>
      </dgm:t>
    </dgm:pt>
    <dgm:pt modelId="{ECB0E88F-75BA-484E-9C5A-8A825702E522}" type="pres">
      <dgm:prSet presAssocID="{446AD247-7942-43F9-B3F6-2D6497588BB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54FB7AD-ECFD-41A2-8046-D7B36FE200B0}" type="pres">
      <dgm:prSet presAssocID="{91E91B80-3D0F-4459-B04E-C2F45B35CBDB}" presName="root1" presStyleCnt="0"/>
      <dgm:spPr/>
    </dgm:pt>
    <dgm:pt modelId="{4915B10C-ED93-4CA9-BA3F-CC0845038042}" type="pres">
      <dgm:prSet presAssocID="{91E91B80-3D0F-4459-B04E-C2F45B35CBDB}" presName="LevelOneTextNode" presStyleLbl="node0" presStyleIdx="0" presStyleCnt="1" custScaleX="125924" custScaleY="199658" custLinFactNeighborY="-1">
        <dgm:presLayoutVars>
          <dgm:chPref val="3"/>
        </dgm:presLayoutVars>
      </dgm:prSet>
      <dgm:spPr/>
    </dgm:pt>
    <dgm:pt modelId="{282C6F6F-05FC-404C-9D2E-DEDD87A8F606}" type="pres">
      <dgm:prSet presAssocID="{91E91B80-3D0F-4459-B04E-C2F45B35CBDB}" presName="level2hierChild" presStyleCnt="0"/>
      <dgm:spPr/>
    </dgm:pt>
    <dgm:pt modelId="{DBF6ED4F-8700-451B-82F8-1A2DF0F6F2B8}" type="pres">
      <dgm:prSet presAssocID="{5E6761F6-4989-43AA-94BE-D3ED2D4CB019}" presName="conn2-1" presStyleLbl="parChTrans1D2" presStyleIdx="0" presStyleCnt="3"/>
      <dgm:spPr/>
    </dgm:pt>
    <dgm:pt modelId="{A7EDD815-00B8-4EBA-ACB3-D2F2F9283545}" type="pres">
      <dgm:prSet presAssocID="{5E6761F6-4989-43AA-94BE-D3ED2D4CB019}" presName="connTx" presStyleLbl="parChTrans1D2" presStyleIdx="0" presStyleCnt="3"/>
      <dgm:spPr/>
    </dgm:pt>
    <dgm:pt modelId="{1E1FA620-BCBA-443A-A9A1-FBA0EFF50643}" type="pres">
      <dgm:prSet presAssocID="{DD94F5F5-6356-4EBB-8B1B-EA83B3AD1A18}" presName="root2" presStyleCnt="0"/>
      <dgm:spPr/>
    </dgm:pt>
    <dgm:pt modelId="{3BFF0B5F-7D23-41D2-B77C-087F4904D2FF}" type="pres">
      <dgm:prSet presAssocID="{DD94F5F5-6356-4EBB-8B1B-EA83B3AD1A18}" presName="LevelTwoTextNode" presStyleLbl="node2" presStyleIdx="0" presStyleCnt="3">
        <dgm:presLayoutVars>
          <dgm:chPref val="3"/>
        </dgm:presLayoutVars>
      </dgm:prSet>
      <dgm:spPr/>
    </dgm:pt>
    <dgm:pt modelId="{ADD6D43B-95AD-4496-816A-2646FA9A5E20}" type="pres">
      <dgm:prSet presAssocID="{DD94F5F5-6356-4EBB-8B1B-EA83B3AD1A18}" presName="level3hierChild" presStyleCnt="0"/>
      <dgm:spPr/>
    </dgm:pt>
    <dgm:pt modelId="{EDEE30DD-A784-4B5E-8A68-0450FA78B38B}" type="pres">
      <dgm:prSet presAssocID="{73562625-D9FB-412D-A51F-8D29D3A047DE}" presName="conn2-1" presStyleLbl="parChTrans1D2" presStyleIdx="1" presStyleCnt="3"/>
      <dgm:spPr/>
    </dgm:pt>
    <dgm:pt modelId="{E8D57170-7D6C-4500-928F-3BD5936EE280}" type="pres">
      <dgm:prSet presAssocID="{73562625-D9FB-412D-A51F-8D29D3A047DE}" presName="connTx" presStyleLbl="parChTrans1D2" presStyleIdx="1" presStyleCnt="3"/>
      <dgm:spPr/>
    </dgm:pt>
    <dgm:pt modelId="{27F3836D-B3C9-4584-83B5-81162CBDAA19}" type="pres">
      <dgm:prSet presAssocID="{F525D5B5-143E-4BD8-8E41-3C0AC4A4EABF}" presName="root2" presStyleCnt="0"/>
      <dgm:spPr/>
    </dgm:pt>
    <dgm:pt modelId="{E5A60016-2534-4C7D-9031-BA2965116B95}" type="pres">
      <dgm:prSet presAssocID="{F525D5B5-143E-4BD8-8E41-3C0AC4A4EABF}" presName="LevelTwoTextNode" presStyleLbl="node2" presStyleIdx="1" presStyleCnt="3">
        <dgm:presLayoutVars>
          <dgm:chPref val="3"/>
        </dgm:presLayoutVars>
      </dgm:prSet>
      <dgm:spPr/>
    </dgm:pt>
    <dgm:pt modelId="{0A0BEAAC-2E8B-4F1E-B8BF-00AF3EA57276}" type="pres">
      <dgm:prSet presAssocID="{F525D5B5-143E-4BD8-8E41-3C0AC4A4EABF}" presName="level3hierChild" presStyleCnt="0"/>
      <dgm:spPr/>
    </dgm:pt>
    <dgm:pt modelId="{04F672DC-69C9-48DA-97FF-7667FF4D120B}" type="pres">
      <dgm:prSet presAssocID="{59BF3091-84B8-4F68-A948-44F69D2DB5A3}" presName="conn2-1" presStyleLbl="parChTrans1D2" presStyleIdx="2" presStyleCnt="3"/>
      <dgm:spPr/>
    </dgm:pt>
    <dgm:pt modelId="{4FC29696-8FE2-43D5-AA39-8EB2E0DCCB05}" type="pres">
      <dgm:prSet presAssocID="{59BF3091-84B8-4F68-A948-44F69D2DB5A3}" presName="connTx" presStyleLbl="parChTrans1D2" presStyleIdx="2" presStyleCnt="3"/>
      <dgm:spPr/>
    </dgm:pt>
    <dgm:pt modelId="{56CADB8E-706B-4230-A587-3A2BE173DC91}" type="pres">
      <dgm:prSet presAssocID="{0985C511-B114-4682-8EEC-66A698BC19D0}" presName="root2" presStyleCnt="0"/>
      <dgm:spPr/>
    </dgm:pt>
    <dgm:pt modelId="{D2A8F2BC-9773-4864-B2A1-0E10E6BF87F5}" type="pres">
      <dgm:prSet presAssocID="{0985C511-B114-4682-8EEC-66A698BC19D0}" presName="LevelTwoTextNode" presStyleLbl="node2" presStyleIdx="2" presStyleCnt="3">
        <dgm:presLayoutVars>
          <dgm:chPref val="3"/>
        </dgm:presLayoutVars>
      </dgm:prSet>
      <dgm:spPr/>
    </dgm:pt>
    <dgm:pt modelId="{48145F91-355C-4F52-B526-78186B31B49B}" type="pres">
      <dgm:prSet presAssocID="{0985C511-B114-4682-8EEC-66A698BC19D0}" presName="level3hierChild" presStyleCnt="0"/>
      <dgm:spPr/>
    </dgm:pt>
  </dgm:ptLst>
  <dgm:cxnLst>
    <dgm:cxn modelId="{84F03E0F-168B-4406-ACFF-B0C215D105A3}" type="presOf" srcId="{0985C511-B114-4682-8EEC-66A698BC19D0}" destId="{D2A8F2BC-9773-4864-B2A1-0E10E6BF87F5}" srcOrd="0" destOrd="0" presId="urn:microsoft.com/office/officeart/2005/8/layout/hierarchy2"/>
    <dgm:cxn modelId="{BE1A2310-D802-404B-A03A-6D86E07E1399}" type="presOf" srcId="{59BF3091-84B8-4F68-A948-44F69D2DB5A3}" destId="{04F672DC-69C9-48DA-97FF-7667FF4D120B}" srcOrd="0" destOrd="0" presId="urn:microsoft.com/office/officeart/2005/8/layout/hierarchy2"/>
    <dgm:cxn modelId="{61729116-3ED6-466A-8513-0A77412A198F}" type="presOf" srcId="{5E6761F6-4989-43AA-94BE-D3ED2D4CB019}" destId="{DBF6ED4F-8700-451B-82F8-1A2DF0F6F2B8}" srcOrd="0" destOrd="0" presId="urn:microsoft.com/office/officeart/2005/8/layout/hierarchy2"/>
    <dgm:cxn modelId="{B8D84619-126A-48F0-A356-C9EFA73BC85B}" type="presOf" srcId="{73562625-D9FB-412D-A51F-8D29D3A047DE}" destId="{E8D57170-7D6C-4500-928F-3BD5936EE280}" srcOrd="1" destOrd="0" presId="urn:microsoft.com/office/officeart/2005/8/layout/hierarchy2"/>
    <dgm:cxn modelId="{F17CC223-27EE-430D-8DF6-67526AF6B4D7}" type="presOf" srcId="{DD94F5F5-6356-4EBB-8B1B-EA83B3AD1A18}" destId="{3BFF0B5F-7D23-41D2-B77C-087F4904D2FF}" srcOrd="0" destOrd="0" presId="urn:microsoft.com/office/officeart/2005/8/layout/hierarchy2"/>
    <dgm:cxn modelId="{ECE3CE29-5CD8-4106-9C71-88665A7F57BA}" type="presOf" srcId="{F525D5B5-143E-4BD8-8E41-3C0AC4A4EABF}" destId="{E5A60016-2534-4C7D-9031-BA2965116B95}" srcOrd="0" destOrd="0" presId="urn:microsoft.com/office/officeart/2005/8/layout/hierarchy2"/>
    <dgm:cxn modelId="{1F74A42B-A3F1-4A14-9728-4C47DB266F83}" srcId="{446AD247-7942-43F9-B3F6-2D6497588BB3}" destId="{91E91B80-3D0F-4459-B04E-C2F45B35CBDB}" srcOrd="0" destOrd="0" parTransId="{A6A23A51-1F7F-4261-9CAD-5C0A5B48804A}" sibTransId="{548629BE-A652-45C1-BC52-87DBB1C8ECFD}"/>
    <dgm:cxn modelId="{AAC9E669-0729-444C-A7A3-AEC886B158AA}" type="presOf" srcId="{446AD247-7942-43F9-B3F6-2D6497588BB3}" destId="{ECB0E88F-75BA-484E-9C5A-8A825702E522}" srcOrd="0" destOrd="0" presId="urn:microsoft.com/office/officeart/2005/8/layout/hierarchy2"/>
    <dgm:cxn modelId="{26517B72-C8FF-418C-961E-AA242835B1A2}" srcId="{91E91B80-3D0F-4459-B04E-C2F45B35CBDB}" destId="{0985C511-B114-4682-8EEC-66A698BC19D0}" srcOrd="2" destOrd="0" parTransId="{59BF3091-84B8-4F68-A948-44F69D2DB5A3}" sibTransId="{F92236C3-91D0-4E09-9EDD-9588B9D2928F}"/>
    <dgm:cxn modelId="{B48F7757-4A80-4E8B-B03B-4BA31AF8B14E}" type="presOf" srcId="{73562625-D9FB-412D-A51F-8D29D3A047DE}" destId="{EDEE30DD-A784-4B5E-8A68-0450FA78B38B}" srcOrd="0" destOrd="0" presId="urn:microsoft.com/office/officeart/2005/8/layout/hierarchy2"/>
    <dgm:cxn modelId="{B6DFFC94-8014-4A02-BE14-1C61DF277ACF}" type="presOf" srcId="{5E6761F6-4989-43AA-94BE-D3ED2D4CB019}" destId="{A7EDD815-00B8-4EBA-ACB3-D2F2F9283545}" srcOrd="1" destOrd="0" presId="urn:microsoft.com/office/officeart/2005/8/layout/hierarchy2"/>
    <dgm:cxn modelId="{5A0693A7-4001-4E9F-8A8F-A50EE2388387}" type="presOf" srcId="{91E91B80-3D0F-4459-B04E-C2F45B35CBDB}" destId="{4915B10C-ED93-4CA9-BA3F-CC0845038042}" srcOrd="0" destOrd="0" presId="urn:microsoft.com/office/officeart/2005/8/layout/hierarchy2"/>
    <dgm:cxn modelId="{614B2EC4-1351-4333-B1FF-BB550C326D67}" srcId="{91E91B80-3D0F-4459-B04E-C2F45B35CBDB}" destId="{DD94F5F5-6356-4EBB-8B1B-EA83B3AD1A18}" srcOrd="0" destOrd="0" parTransId="{5E6761F6-4989-43AA-94BE-D3ED2D4CB019}" sibTransId="{916448ED-870A-4E5C-9BA1-73D9380D4550}"/>
    <dgm:cxn modelId="{76CBF6C4-EA0C-4245-B081-4D993B1BE1E9}" type="presOf" srcId="{59BF3091-84B8-4F68-A948-44F69D2DB5A3}" destId="{4FC29696-8FE2-43D5-AA39-8EB2E0DCCB05}" srcOrd="1" destOrd="0" presId="urn:microsoft.com/office/officeart/2005/8/layout/hierarchy2"/>
    <dgm:cxn modelId="{62CF29E9-F509-4575-ADF3-08D9F1252E8B}" srcId="{91E91B80-3D0F-4459-B04E-C2F45B35CBDB}" destId="{F525D5B5-143E-4BD8-8E41-3C0AC4A4EABF}" srcOrd="1" destOrd="0" parTransId="{73562625-D9FB-412D-A51F-8D29D3A047DE}" sibTransId="{816C7808-8273-4176-90F8-F975E461BC90}"/>
    <dgm:cxn modelId="{30B2A819-8310-4E8A-8933-55EAA1258BB8}" type="presParOf" srcId="{ECB0E88F-75BA-484E-9C5A-8A825702E522}" destId="{354FB7AD-ECFD-41A2-8046-D7B36FE200B0}" srcOrd="0" destOrd="0" presId="urn:microsoft.com/office/officeart/2005/8/layout/hierarchy2"/>
    <dgm:cxn modelId="{EEE99C38-5476-4FB1-992A-EB7CBF03F562}" type="presParOf" srcId="{354FB7AD-ECFD-41A2-8046-D7B36FE200B0}" destId="{4915B10C-ED93-4CA9-BA3F-CC0845038042}" srcOrd="0" destOrd="0" presId="urn:microsoft.com/office/officeart/2005/8/layout/hierarchy2"/>
    <dgm:cxn modelId="{82702BDF-A7C5-40D7-BB03-28D0B079F241}" type="presParOf" srcId="{354FB7AD-ECFD-41A2-8046-D7B36FE200B0}" destId="{282C6F6F-05FC-404C-9D2E-DEDD87A8F606}" srcOrd="1" destOrd="0" presId="urn:microsoft.com/office/officeart/2005/8/layout/hierarchy2"/>
    <dgm:cxn modelId="{14EA89FB-17DB-4732-9104-AFAF6C10A0FF}" type="presParOf" srcId="{282C6F6F-05FC-404C-9D2E-DEDD87A8F606}" destId="{DBF6ED4F-8700-451B-82F8-1A2DF0F6F2B8}" srcOrd="0" destOrd="0" presId="urn:microsoft.com/office/officeart/2005/8/layout/hierarchy2"/>
    <dgm:cxn modelId="{3826E6D4-2CB9-48E2-A58F-6D64D1B4C3BD}" type="presParOf" srcId="{DBF6ED4F-8700-451B-82F8-1A2DF0F6F2B8}" destId="{A7EDD815-00B8-4EBA-ACB3-D2F2F9283545}" srcOrd="0" destOrd="0" presId="urn:microsoft.com/office/officeart/2005/8/layout/hierarchy2"/>
    <dgm:cxn modelId="{D104D7E7-42F8-4BB2-A21C-79EA6E912DAE}" type="presParOf" srcId="{282C6F6F-05FC-404C-9D2E-DEDD87A8F606}" destId="{1E1FA620-BCBA-443A-A9A1-FBA0EFF50643}" srcOrd="1" destOrd="0" presId="urn:microsoft.com/office/officeart/2005/8/layout/hierarchy2"/>
    <dgm:cxn modelId="{A85CA03F-CD62-43DA-99A1-3DCC04C587AC}" type="presParOf" srcId="{1E1FA620-BCBA-443A-A9A1-FBA0EFF50643}" destId="{3BFF0B5F-7D23-41D2-B77C-087F4904D2FF}" srcOrd="0" destOrd="0" presId="urn:microsoft.com/office/officeart/2005/8/layout/hierarchy2"/>
    <dgm:cxn modelId="{51DC84AD-0A91-465D-9D93-3EF7E477657C}" type="presParOf" srcId="{1E1FA620-BCBA-443A-A9A1-FBA0EFF50643}" destId="{ADD6D43B-95AD-4496-816A-2646FA9A5E20}" srcOrd="1" destOrd="0" presId="urn:microsoft.com/office/officeart/2005/8/layout/hierarchy2"/>
    <dgm:cxn modelId="{B5F0FC85-4993-479B-A09D-1ACA7865A8DC}" type="presParOf" srcId="{282C6F6F-05FC-404C-9D2E-DEDD87A8F606}" destId="{EDEE30DD-A784-4B5E-8A68-0450FA78B38B}" srcOrd="2" destOrd="0" presId="urn:microsoft.com/office/officeart/2005/8/layout/hierarchy2"/>
    <dgm:cxn modelId="{52336E36-542D-4F8E-8D6D-5312565F2AC0}" type="presParOf" srcId="{EDEE30DD-A784-4B5E-8A68-0450FA78B38B}" destId="{E8D57170-7D6C-4500-928F-3BD5936EE280}" srcOrd="0" destOrd="0" presId="urn:microsoft.com/office/officeart/2005/8/layout/hierarchy2"/>
    <dgm:cxn modelId="{CF0A3870-B3B3-4BE1-BF21-3A597D925C65}" type="presParOf" srcId="{282C6F6F-05FC-404C-9D2E-DEDD87A8F606}" destId="{27F3836D-B3C9-4584-83B5-81162CBDAA19}" srcOrd="3" destOrd="0" presId="urn:microsoft.com/office/officeart/2005/8/layout/hierarchy2"/>
    <dgm:cxn modelId="{D6DBD78F-34F8-43BB-8901-B00E22B5C30D}" type="presParOf" srcId="{27F3836D-B3C9-4584-83B5-81162CBDAA19}" destId="{E5A60016-2534-4C7D-9031-BA2965116B95}" srcOrd="0" destOrd="0" presId="urn:microsoft.com/office/officeart/2005/8/layout/hierarchy2"/>
    <dgm:cxn modelId="{1C8C8559-B540-4D98-8B9E-07F5318359AC}" type="presParOf" srcId="{27F3836D-B3C9-4584-83B5-81162CBDAA19}" destId="{0A0BEAAC-2E8B-4F1E-B8BF-00AF3EA57276}" srcOrd="1" destOrd="0" presId="urn:microsoft.com/office/officeart/2005/8/layout/hierarchy2"/>
    <dgm:cxn modelId="{66EF2E6C-8681-4AC1-8524-8270402EAF31}" type="presParOf" srcId="{282C6F6F-05FC-404C-9D2E-DEDD87A8F606}" destId="{04F672DC-69C9-48DA-97FF-7667FF4D120B}" srcOrd="4" destOrd="0" presId="urn:microsoft.com/office/officeart/2005/8/layout/hierarchy2"/>
    <dgm:cxn modelId="{DEA29360-4343-4C0E-923F-AC42D1F5E960}" type="presParOf" srcId="{04F672DC-69C9-48DA-97FF-7667FF4D120B}" destId="{4FC29696-8FE2-43D5-AA39-8EB2E0DCCB05}" srcOrd="0" destOrd="0" presId="urn:microsoft.com/office/officeart/2005/8/layout/hierarchy2"/>
    <dgm:cxn modelId="{949BB017-77BA-43F6-A93E-6AC69715BEDD}" type="presParOf" srcId="{282C6F6F-05FC-404C-9D2E-DEDD87A8F606}" destId="{56CADB8E-706B-4230-A587-3A2BE173DC91}" srcOrd="5" destOrd="0" presId="urn:microsoft.com/office/officeart/2005/8/layout/hierarchy2"/>
    <dgm:cxn modelId="{920182A4-3108-493E-A5A7-A427099138B4}" type="presParOf" srcId="{56CADB8E-706B-4230-A587-3A2BE173DC91}" destId="{D2A8F2BC-9773-4864-B2A1-0E10E6BF87F5}" srcOrd="0" destOrd="0" presId="urn:microsoft.com/office/officeart/2005/8/layout/hierarchy2"/>
    <dgm:cxn modelId="{A2C7FD63-1349-42E9-ACC6-7B7EFA15D6E1}" type="presParOf" srcId="{56CADB8E-706B-4230-A587-3A2BE173DC91}" destId="{48145F91-355C-4F52-B526-78186B31B49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6498B-2CBD-4794-9069-5AF692B3A9F0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A63797-D48E-4B66-B8C8-FB90439A1B69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/>
            <a:t>01 Outdated</a:t>
          </a:r>
          <a:br>
            <a:rPr lang="en-US" sz="2200" b="0" i="0" kern="1200" dirty="0"/>
          </a:br>
          <a:r>
            <a:rPr lang="en-US" sz="2200" b="0" i="0" kern="1200" dirty="0"/>
            <a:t>The industry was not updated to fit modern aesthetic standards and clothing habits. Batik was used in formal, ceremonial occasions, which excluded it from daily wear. </a:t>
          </a:r>
          <a:endParaRPr lang="en-US" sz="2200" kern="1200" dirty="0"/>
        </a:p>
      </dsp:txBody>
      <dsp:txXfrm>
        <a:off x="0" y="2124"/>
        <a:ext cx="10515600" cy="1449029"/>
      </dsp:txXfrm>
    </dsp:sp>
    <dsp:sp modelId="{9393F292-13E9-4117-A9B8-D750F2487671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EC7AB8-00A7-4FCB-9522-430041242432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02 Irregular Income</a:t>
          </a:r>
          <a:br>
            <a:rPr lang="en-US" sz="2200" kern="1200" dirty="0"/>
          </a:br>
          <a:r>
            <a:rPr lang="en-US" sz="2200" b="0" i="0" kern="1200" dirty="0"/>
            <a:t>Traditionally a family business, younger generations are deterred by the low wages and irregular income.</a:t>
          </a:r>
          <a:endParaRPr lang="en-US" sz="2200" kern="1200" dirty="0"/>
        </a:p>
      </dsp:txBody>
      <dsp:txXfrm>
        <a:off x="0" y="1451154"/>
        <a:ext cx="10515600" cy="1449029"/>
      </dsp:txXfrm>
    </dsp:sp>
    <dsp:sp modelId="{0B5ADA27-F1FB-4C45-82CE-344A2CBC4FAD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2024D4-E742-4964-B944-C10994EECB16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/>
            <a:t>03 Lack of Market Access</a:t>
          </a:r>
          <a:br>
            <a:rPr lang="en-US" sz="2200" b="1" i="0" kern="1200" dirty="0"/>
          </a:br>
          <a:r>
            <a:rPr lang="en-US" sz="2200" b="0" i="0" kern="1200" dirty="0"/>
            <a:t>Tourists and international buyers value handicrafts for their cultural significance and are willing to pay more, but Indonesian artisans are limited to local market connections.</a:t>
          </a:r>
          <a:endParaRPr lang="en-US" sz="2200" kern="1200" dirty="0"/>
        </a:p>
      </dsp:txBody>
      <dsp:txXfrm>
        <a:off x="0" y="2900183"/>
        <a:ext cx="10515600" cy="1449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A9F33-01D3-4BAB-BCD0-287F09A2F6F8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AEDF9-D1BE-4549-961D-583B115EBE4D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Tourism Development</a:t>
          </a:r>
        </a:p>
      </dsp:txBody>
      <dsp:txXfrm>
        <a:off x="569079" y="2427788"/>
        <a:ext cx="2072362" cy="720000"/>
      </dsp:txXfrm>
    </dsp:sp>
    <dsp:sp modelId="{4F84D5C0-13C8-4917-AB2A-49CD05A15F77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C78A3-1D5C-4035-AD46-BD719BD97198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Public Promotion </a:t>
          </a:r>
          <a:br>
            <a:rPr lang="en-US" sz="1900" kern="1200" dirty="0"/>
          </a:br>
          <a:r>
            <a:rPr lang="en-US" sz="1900" kern="1200" dirty="0"/>
            <a:t>&amp; Education</a:t>
          </a:r>
        </a:p>
      </dsp:txBody>
      <dsp:txXfrm>
        <a:off x="3004105" y="2427788"/>
        <a:ext cx="2072362" cy="720000"/>
      </dsp:txXfrm>
    </dsp:sp>
    <dsp:sp modelId="{616D3869-A266-44C2-85D6-03E299B3A93E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C2809-3C1C-4D50-8BC9-7DEB12A40CF6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Training &amp; Technical Assistance</a:t>
          </a:r>
        </a:p>
      </dsp:txBody>
      <dsp:txXfrm>
        <a:off x="5439131" y="2427788"/>
        <a:ext cx="2072362" cy="720000"/>
      </dsp:txXfrm>
    </dsp:sp>
    <dsp:sp modelId="{43B563DD-2308-477F-9253-42BCE1D971E0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A9E70-07C6-4E9E-91BB-8D4650407B94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Supportive Policy Framework</a:t>
          </a:r>
        </a:p>
      </dsp:txBody>
      <dsp:txXfrm>
        <a:off x="7874157" y="2427788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5B10C-ED93-4CA9-BA3F-CC0845038042}">
      <dsp:nvSpPr>
        <dsp:cNvPr id="0" name=""/>
        <dsp:cNvSpPr/>
      </dsp:nvSpPr>
      <dsp:spPr>
        <a:xfrm>
          <a:off x="2127675" y="816947"/>
          <a:ext cx="3141516" cy="24905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Arial" panose="020B0604020202020204" pitchFamily="34" charset="0"/>
              <a:cs typeface="Arial" panose="020B0604020202020204" pitchFamily="34" charset="0"/>
            </a:rPr>
            <a:t>Training &amp; Technical Assistance to Artisans</a:t>
          </a:r>
        </a:p>
      </dsp:txBody>
      <dsp:txXfrm>
        <a:off x="2200619" y="889891"/>
        <a:ext cx="2995628" cy="2344617"/>
      </dsp:txXfrm>
    </dsp:sp>
    <dsp:sp modelId="{DBF6ED4F-8700-451B-82F8-1A2DF0F6F2B8}">
      <dsp:nvSpPr>
        <dsp:cNvPr id="0" name=""/>
        <dsp:cNvSpPr/>
      </dsp:nvSpPr>
      <dsp:spPr>
        <a:xfrm rot="18289483">
          <a:off x="4894424" y="1317739"/>
          <a:ext cx="1747443" cy="54438"/>
        </a:xfrm>
        <a:custGeom>
          <a:avLst/>
          <a:gdLst/>
          <a:ahLst/>
          <a:cxnLst/>
          <a:rect l="0" t="0" r="0" b="0"/>
          <a:pathLst>
            <a:path>
              <a:moveTo>
                <a:pt x="0" y="27219"/>
              </a:moveTo>
              <a:lnTo>
                <a:pt x="1747443" y="27219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724459" y="1301273"/>
        <a:ext cx="87372" cy="87372"/>
      </dsp:txXfrm>
    </dsp:sp>
    <dsp:sp modelId="{3BFF0B5F-7D23-41D2-B77C-087F4904D2FF}">
      <dsp:nvSpPr>
        <dsp:cNvPr id="0" name=""/>
        <dsp:cNvSpPr/>
      </dsp:nvSpPr>
      <dsp:spPr>
        <a:xfrm>
          <a:off x="6267100" y="4025"/>
          <a:ext cx="2494771" cy="1247385"/>
        </a:xfrm>
        <a:prstGeom prst="roundRect">
          <a:avLst>
            <a:gd name="adj" fmla="val 10000"/>
          </a:avLst>
        </a:prstGeom>
        <a:solidFill>
          <a:srgbClr val="FFFFFF"/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Patent Training</a:t>
          </a:r>
        </a:p>
      </dsp:txBody>
      <dsp:txXfrm>
        <a:off x="6303635" y="40560"/>
        <a:ext cx="2421701" cy="1174315"/>
      </dsp:txXfrm>
    </dsp:sp>
    <dsp:sp modelId="{EDEE30DD-A784-4B5E-8A68-0450FA78B38B}">
      <dsp:nvSpPr>
        <dsp:cNvPr id="0" name=""/>
        <dsp:cNvSpPr/>
      </dsp:nvSpPr>
      <dsp:spPr>
        <a:xfrm rot="43">
          <a:off x="5269191" y="2034986"/>
          <a:ext cx="997908" cy="54438"/>
        </a:xfrm>
        <a:custGeom>
          <a:avLst/>
          <a:gdLst/>
          <a:ahLst/>
          <a:cxnLst/>
          <a:rect l="0" t="0" r="0" b="0"/>
          <a:pathLst>
            <a:path>
              <a:moveTo>
                <a:pt x="0" y="27219"/>
              </a:moveTo>
              <a:lnTo>
                <a:pt x="997908" y="27219"/>
              </a:lnTo>
            </a:path>
          </a:pathLst>
        </a:custGeom>
        <a:noFill/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3198" y="2037258"/>
        <a:ext cx="49895" cy="49895"/>
      </dsp:txXfrm>
    </dsp:sp>
    <dsp:sp modelId="{E5A60016-2534-4C7D-9031-BA2965116B95}">
      <dsp:nvSpPr>
        <dsp:cNvPr id="0" name=""/>
        <dsp:cNvSpPr/>
      </dsp:nvSpPr>
      <dsp:spPr>
        <a:xfrm>
          <a:off x="6267100" y="1438519"/>
          <a:ext cx="2494771" cy="12473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Screen-printing Technology</a:t>
          </a:r>
        </a:p>
      </dsp:txBody>
      <dsp:txXfrm>
        <a:off x="6303635" y="1475054"/>
        <a:ext cx="2421701" cy="1174315"/>
      </dsp:txXfrm>
    </dsp:sp>
    <dsp:sp modelId="{04F672DC-69C9-48DA-97FF-7667FF4D120B}">
      <dsp:nvSpPr>
        <dsp:cNvPr id="0" name=""/>
        <dsp:cNvSpPr/>
      </dsp:nvSpPr>
      <dsp:spPr>
        <a:xfrm rot="3310545">
          <a:off x="4894413" y="2752233"/>
          <a:ext cx="1747463" cy="54438"/>
        </a:xfrm>
        <a:custGeom>
          <a:avLst/>
          <a:gdLst/>
          <a:ahLst/>
          <a:cxnLst/>
          <a:rect l="0" t="0" r="0" b="0"/>
          <a:pathLst>
            <a:path>
              <a:moveTo>
                <a:pt x="0" y="27219"/>
              </a:moveTo>
              <a:lnTo>
                <a:pt x="1747463" y="27219"/>
              </a:lnTo>
            </a:path>
          </a:pathLst>
        </a:custGeom>
        <a:noFill/>
        <a:ln w="381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724459" y="2735766"/>
        <a:ext cx="87373" cy="87373"/>
      </dsp:txXfrm>
    </dsp:sp>
    <dsp:sp modelId="{D2A8F2BC-9773-4864-B2A1-0E10E6BF87F5}">
      <dsp:nvSpPr>
        <dsp:cNvPr id="0" name=""/>
        <dsp:cNvSpPr/>
      </dsp:nvSpPr>
      <dsp:spPr>
        <a:xfrm>
          <a:off x="6267100" y="2873013"/>
          <a:ext cx="2494771" cy="12473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Providing Equipment and Raw Materials</a:t>
          </a:r>
        </a:p>
      </dsp:txBody>
      <dsp:txXfrm>
        <a:off x="6303635" y="2909548"/>
        <a:ext cx="2421701" cy="11743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2254D-5759-4EB3-BF8D-D68E90DC2D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A69FF-7820-4FCC-B849-D3678A21A4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D95BA-7ABD-45D4-B691-9F58B13542F8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C37F-43E8-47E4-A8D1-19743C113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279E6-0ADC-4707-A0E5-8B8058228F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308A-A8B4-43FF-8C57-7C15CEEAA8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327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D14A6-BAC8-4A71-919C-314181CF34EF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F9892-4FA8-4E47-8751-DA9332AF5A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9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ch.unesco.org/en/RL/indonesian-batik-00170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researchgate.net/figure/Number-of-Batik-Industries-by-Business-Scale-in-Indonesia-in-2021_tbl1_375499598" TargetMode="External"/><Relationship Id="rId4" Type="http://schemas.openxmlformats.org/officeDocument/2006/relationships/hyperlink" Target="https://doi.org/10.1080/23311983.2023.2254042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8/1755-1315/1082/1/01201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llardbrief.byu.edu/issue-briefs/income-instability-among-artisans-in-south-asia" TargetMode="External"/><Relationship Id="rId4" Type="http://schemas.openxmlformats.org/officeDocument/2006/relationships/hyperlink" Target="https://www.britishcouncil.id/sites/default/files/crafting_futures_full_research_english_compressed.pdf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23311983.2023.2254042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tsandculture.google.com/story/batik-villages-and-inspirational-batik-makers/LQVBAiumeXyJKQ" TargetMode="External"/><Relationship Id="rId5" Type="http://schemas.openxmlformats.org/officeDocument/2006/relationships/hyperlink" Target="https://www.dailysabah.com/gallery/a-look-into-indonesias-oldest-batik-producing-region/images" TargetMode="External"/><Relationship Id="rId4" Type="http://schemas.openxmlformats.org/officeDocument/2006/relationships/hyperlink" Target="https://www.atlantis-press.com/proceedings/isot-18/125909405" TargetMode="External"/></Relationships>
</file>

<file path=ppt/notesSlides/_rels/notes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tlantis-press.com/proceedings/isot-18/125909405" TargetMode="External"/><Relationship Id="rId3" Type="http://schemas.openxmlformats.org/officeDocument/2006/relationships/hyperlink" Target="https://www.indonesia.travel/in/en/trip-ideas/discover-the-art-of-hand-weaving-at-these-indonesian-villages.html" TargetMode="External"/><Relationship Id="rId7" Type="http://schemas.openxmlformats.org/officeDocument/2006/relationships/hyperlink" Target="https://doi.org/10.1080/23311983.2023.2254042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asiantextilestudies.com/tour.html" TargetMode="External"/><Relationship Id="rId5" Type="http://schemas.openxmlformats.org/officeDocument/2006/relationships/hyperlink" Target="https://www.stitchtopia.co.uk/holiday/textiles-of-indonesia" TargetMode="External"/><Relationship Id="rId10" Type="http://schemas.openxmlformats.org/officeDocument/2006/relationships/hyperlink" Target="https://artsandculture.google.com/story/batik-villages-and-inspirational-batik-makers/LQVBAiumeXyJKQ" TargetMode="External"/><Relationship Id="rId4" Type="http://schemas.openxmlformats.org/officeDocument/2006/relationships/hyperlink" Target="https://www.adventure-life.com/indonesia/cruises/15341/the-textiles-of-the-lesser-sundas" TargetMode="External"/><Relationship Id="rId9" Type="http://schemas.openxmlformats.org/officeDocument/2006/relationships/hyperlink" Target="https://www.dailysabah.com/gallery/a-look-into-indonesias-oldest-batik-producing-region/images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venture-life.com/indonesia/cruises/15341/the-textiles-of-the-lesser-sundas" TargetMode="External"/><Relationship Id="rId7" Type="http://schemas.openxmlformats.org/officeDocument/2006/relationships/hyperlink" Target="https://artsandculture.google.com/story/batik-villages-and-inspirational-batik-makers/LQVBAiumeXyJKQ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dailysabah.com/gallery/a-look-into-indonesias-oldest-batik-producing-region/images" TargetMode="External"/><Relationship Id="rId5" Type="http://schemas.openxmlformats.org/officeDocument/2006/relationships/hyperlink" Target="https://www.atlantis-press.com/proceedings/isot-18/125909405" TargetMode="External"/><Relationship Id="rId4" Type="http://schemas.openxmlformats.org/officeDocument/2006/relationships/hyperlink" Target="https://doi.org/10.1080/23311983.2023.2254042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23311983.2023.2254042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23311983.2023.2254042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tsandculture.google.com/story/batik-villages-and-inspirational-batik-makers/LQVBAiumeXyJKQ" TargetMode="External"/><Relationship Id="rId5" Type="http://schemas.openxmlformats.org/officeDocument/2006/relationships/hyperlink" Target="https://www.dailysabah.com/gallery/a-look-into-indonesias-oldest-batik-producing-region/images" TargetMode="External"/><Relationship Id="rId4" Type="http://schemas.openxmlformats.org/officeDocument/2006/relationships/hyperlink" Target="https://www.atlantis-press.com/proceedings/isot-18/125909405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23311983.2023.2254042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tsandculture.google.com/story/batik-villages-and-inspirational-batik-makers/LQVBAiumeXyJKQ" TargetMode="External"/><Relationship Id="rId5" Type="http://schemas.openxmlformats.org/officeDocument/2006/relationships/hyperlink" Target="https://www.dailysabah.com/gallery/a-look-into-indonesias-oldest-batik-producing-region/images" TargetMode="External"/><Relationship Id="rId4" Type="http://schemas.openxmlformats.org/officeDocument/2006/relationships/hyperlink" Target="https://www.atlantis-press.com/proceedings/isot-18/125909405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ishcouncil.id/sites/default/files/crafting_futures_full_research_english_compressed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i.org/10.1088/1755-1315/1082/1/012017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ishcouncil.id/sites/default/files/crafting_futures_full_research_english_compressed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i.org/10.1088/1755-1315/1082/1/012017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uthentic-indonesia.com/blog/10-most-popular-batik-production-center-in-indonesia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Number-of-Batik-Industries-by-Business-Scale-in-Indonesia-in-2021_tbl1_375499598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ceicdata.com/en/indonesia/manufacturing-industry-by-product-value/manufacturing-industry-production-value-batik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https://www.google.com/url?sa=i&amp;url=https%3A%2F%2Fashabatik.com%2F2022%2F09%2F21%2Findonesian-batik-fabric-for-canada%2F&amp;psig=AOvVaw0iFPvWV0LJILFxYkSFIO7U&amp;ust=1726215136516000&amp;source=images&amp;cd=vfe&amp;opi=89978449&amp;ved=0CBgQ3YkBahgKEwjQzbTT-ryIAxUAAAAAHQAAAAAQhw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35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Sources: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“UNESCO - Indonesian Batik.” Accessed September 10,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https://ich.unesco.org/en/RL/indonesian-batik-00170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Febriani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Rina, Luuk Knippenberg, and Noelle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Aarts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“The Making of a National Icon: Narratives of Batik in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Cogent Arts &amp; Humanities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10, no. 1 (December 31, 2023): 2254042.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https://doi.org/10.1080/23311983.2023.2254042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ResearchGate. “Number of Batik Industries by Business Scale in Indonesia in 2021.”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 https://www.researchgate.net/figure/Number-of-Batik-Industries-by-Business-Scale-in-Indonesia-in-2021_tbl1_375499598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Image from: https://www.google.com/url?sa=i&amp;url=https%3A%2F%2Fwww.thejakartapost.com%2Flife%2F2017%2F11%2F02%2Fus-filmmaker-showcases-batik-making-process-in-batik-of-java.html&amp;psig=AOvVaw3y2guLGYTVVagTK5syxmOD&amp;ust=1726210104388000&amp;source=images&amp;cd=vfe&amp;opi=89978449&amp;ved=0CBcQjhxqFwoTCKjrt_LnvIgDFQAAAAAdAAAAABAJ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47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Background image: https://stock.adobe.com/in/images/modern-motifs-design-for-java-batik-with-seamless-soft-brown-color-design/345031535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Famiola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Melia. “The Social Constructivism of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Entreprenurial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Process in SMEs Revitalization: A Case of Batik Industry in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Academy of Entrepreneurship Journal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27, no. 5S (September 6, 2021): 1–12.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Nugroho,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Prihadi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Maya Damayanti,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Artiningsih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Artiningsih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Dwi Lestari, and Novita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Rohmana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Putri. “Missing Policy for Supporting Cultural Heritage Preservation of Batik Industry Clusters in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Barlingmascakeb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Region,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IOP Conference Series: Earth and Environmental Science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1082, no. 1 (September 2022): 012017.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https://doi.org/10.1088/1755-1315/1082/1/012017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“Crafting Futures Research: ‘Mapping of New Materials and Repurposing of Existing Materials in Indonesia’s Craft Sector.’” British Council,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Budaya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Kreatif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Foundation, Bandung Institute of Technology and the University of Leeds. Accessed September 10,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https://www.britishcouncil.id/sites/default/files/crafting_futures_full_research_english_compressed.pdf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Ballard Brief. “Income Instability Among Artisans in South Asia.”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 https://ballardbrief.byu.edu/issue-briefs/income-instability-among-artisans-in-south-asia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732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Batik museum image: https://visitjawatengah.jatengprov.go.id/en/destinations/museum-batik-pekalongan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Batik carnival image: https://indonesiakaya.com/pustaka-indonesia/parade-kreasi-batik-dalam-solo-batik-carnival/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Batik village image: https://visitjawatengah.jatengprov.go.id/en/shopping/laweyan-batik-village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Febriani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Rina, Luuk Knippenberg, and Noelle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Aarts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“The Making of a National Icon: Narratives of Batik in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Cogent Arts &amp; Humanities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10, no. 1 (December 31, 2023): 2254042.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https://doi.org/10.1080/23311983.2023.2254042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Sugiyanto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Ihsan Budi Santoso. “Batik: Object and Tourist Attraction,” 314–17. Atlantis Press, 2019.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https://www.atlantis-press.com/proceedings/isot-18/125909405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“A Look into Indonesia’s Oldest Batik-Producing Region | Daily Sabah.”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 https://www.dailysabah.com/gallery/a-look-into-indonesias-oldest-batik-producing-region/images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Google Arts &amp; Culture. “Batik Villages and Inspirational Batik Makers.”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 https://artsandculture.google.com/story/batik-villages-and-inspirational-batik-makers/LQVBAiumeXyJKQ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670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Image: https://www.tripadvisor.in/AttractionProductReview-g297694-d24958550-Well_Guided_Local_Textile_Tour_of_Denpasar-Denpasar_Bali.html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https://www.indonesia.travel/in/en/trip-ideas/discover-the-art-of-hand-weaving-at-these-indonesian-villages.html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https://www.adventure-life.com/indonesia/cruises/15341/the-textiles-of-the-lesser-sundas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https://www.stitchtopia.co.uk/holiday/textiles-of-Indonesia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https://www.asiantextilestudies.com/tour.html</a:t>
            </a:r>
            <a:endParaRPr lang="en-US" sz="1800" b="0" i="0" u="sng" strike="noStrike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Febriani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Rina, Luuk Knippenberg, and Noelle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Aarts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“The Making of a National Icon: Narratives of Batik in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Cogent Arts &amp; Humanities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10, no. 1 (December 31, 2023): 2254042.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7"/>
              </a:rPr>
              <a:t> https://doi.org/10.1080/23311983.2023.2254042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Sugiyanto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Ihsan Budi Santoso. “Batik: Object and Tourist Attraction,” 314–17. Atlantis Press, 2019.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8"/>
              </a:rPr>
              <a:t> https://www.atlantis-press.com/proceedings/isot-18/125909405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“A Look into Indonesia’s Oldest Batik-Producing Region | Daily Sabah.”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9"/>
              </a:rPr>
              <a:t> https://www.dailysabah.com/gallery/a-look-into-indonesias-oldest-batik-producing-region/images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Google Arts &amp; Culture. “Batik Villages and Inspirational Batik Makers.”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10"/>
              </a:rPr>
              <a:t> https://artsandculture.google.com/story/batik-villages-and-inspirational-batik-makers/LQVBAiumeXyJKQ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41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https://www.viator.com/en-IN/tours/Ubud/Create-your-own-handmade-Batik-painting/d5467-66708P2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https://www.craftours.com/tourcat/batik/</a:t>
            </a:r>
          </a:p>
          <a:p>
            <a:pPr marL="171450" indent="-171450">
              <a:buFontTx/>
              <a:buChar char="-"/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https://www.adventure-life.com/indonesia/cruises/15341/the-textiles-of-the-lesser-sundas</a:t>
            </a:r>
            <a:endParaRPr lang="en-US" sz="1800" b="0" i="0" u="sng" strike="noStrike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Febriani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Rina, Luuk Knippenberg, and Noelle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Aarts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“The Making of a National Icon: Narratives of Batik in Indonesia.” 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Cogent Arts &amp; Humanities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10, no. 1 (December 31, 2023): 2254042.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https://doi.org/10.1080/23311983.2023.2254042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Sugiyanto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Ihsan Budi Santoso. “Batik: Object and Tourist Attraction,” 314–17. Atlantis Press, 2019.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 https://www.atlantis-press.com/proceedings/isot-18/125909405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“A Look into Indonesia’s Oldest Batik-Producing Region | Daily Sabah.” Accessed September 11, 2024.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 https://www.dailysabah.com/gallery/a-look-into-indonesias-oldest-batik-producing-region/images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Google Arts &amp; Culture. “Batik Villages and Inspirational Batik Makers.” Accessed September 11, 2024.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7"/>
              </a:rPr>
              <a:t> https://artsandculture.google.com/story/batik-villages-and-inspirational-batik-makers/LQVBAiumeXyJKQ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77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UNESCO Intangible Heritage logo: https://ich.unesco.org/en/lists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Febriani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Rina, Luuk Knippenberg, and Noelle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Aarts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“The Making of a National Icon: Narratives of Batik in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Cogent Arts &amp; Humanities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10, no. 1 (December 31, 2023): 2254042.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https://doi.org/10.1080/23311983.2023.2254042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96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Batik museum image: https://visitjawatengah.jatengprov.go.id/en/destinations/museum-batik-pekalongan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Batik uniform image: https://voi.id/en/news/8952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Febriani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Rina, Luuk Knippenberg, and Noelle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Aarts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“The Making of a National Icon: Narratives of Batik in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Cogent Arts &amp; Humanities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10, no. 1 (December 31, 2023): 2254042.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https://doi.org/10.1080/23311983.2023.2254042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Sugiyanto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Ihsan Budi Santoso. “Batik: Object and Tourist Attraction,” 314–17. Atlantis Press, 2019.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https://www.atlantis-press.com/proceedings/isot-18/125909405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“A Look into Indonesia’s Oldest Batik-Producing Region | Daily Sabah.”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 https://www.dailysabah.com/gallery/a-look-into-indonesias-oldest-batik-producing-region/images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Google Arts &amp; Culture. “Batik Villages and Inspirational Batik Makers.”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 https://artsandculture.google.com/story/batik-villages-and-inspirational-batik-makers/LQVBAiumeXyJKQ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025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r>
              <a:rPr lang="en-US" dirty="0"/>
              <a:t>- https://www.silverkris.com/inspiration/arts-culture/heritage/tradition-batik-kept-alive-solo-central-javas-lesser-known-royal-city/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Febriani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Rina, Luuk Knippenberg, and Noelle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Aarts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“The Making of a National Icon: Narratives of Batik in Indonesia.” 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Cogent Arts &amp; Humanities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10, no. 1 (December 31, 2023): 2254042.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https://doi.org/10.1080/23311983.2023.2254042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Sugiyanto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Ihsan Budi Santoso. “Batik: Object and Tourist Attraction,” 314–17. Atlantis Press, 2019.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https://www.atlantis-press.com/proceedings/isot-18/125909405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“A Look into Indonesia’s Oldest Batik-Producing Region | Daily Sabah.” Accessed September 11, 2024.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 https://www.dailysabah.com/gallery/a-look-into-indonesias-oldest-batik-producing-region/images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Google Arts &amp; Culture. “Batik Villages and Inspirational Batik Makers.” Accessed September 11, 2024.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 https://artsandculture.google.com/story/batik-villages-and-inspirational-batik-makers/LQVBAiumeXyJKQ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861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Image: https://en.wikipedia.org/wiki/Batik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“Crafting Futures Research: ‘Mapping of New Materials and Repurposing of Existing Materials in Indonesia’s Craft Sector.’” British Council,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Budaya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Kreatif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Foundation, Bandung Institute of Technology and the University of Leeds. Accessed September 10,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https://www.britishcouncil.id/sites/default/files/crafting_futures_full_research_english_compressed.pdf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Nugroho,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Prihadi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Maya Damayanti,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Artiningsih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Artiningsih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Dwi Lestari, and Novita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Rohmana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Putri. “Missing Policy for Supporting Cultural Heritage Preservation of Batik Industry Clusters in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Barlingmascakeb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Region,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IOP Conference Series: Earth and Environmental Science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1082, no. 1 (September 2022): 012017.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https://doi.org/10.1088/1755-1315/1082/1/012017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35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“Crafting Futures Research: ‘Mapping of New Materials and Repurposing of Existing Materials in Indonesia’s Craft Sector.’” British Council,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Budaya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Kreatif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Foundation, Bandung Institute of Technology and the University of Leeds. Accessed September 10,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https://www.britishcouncil.id/sites/default/files/crafting_futures_full_research_english_compressed.pdf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Nugroho,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Prihadi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Maya Damayanti,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Artiningsih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Artiningsih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Dwi Lestari, and Novita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Rohmana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Putri. “Missing Policy for Supporting Cultural Heritage Preservation of Batik Industry Clusters in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Barlingmascakeb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Region,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IOP Conference Series: Earth and Environmental Science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1082, no. 1 (September 2022): 012017.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https://doi.org/10.1088/1755-1315/1082/1/012017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08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Source: https://www.worlddata.info/asia/indonesia/tourism.php#:~:text=In%202021%2C%20Indonesia%20generated%20around,tourism%20receipts%20in%20Southeast%20Asia.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870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Sources: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Authentic Indonesia. “10 Most Popular Batik Production Center in Indonesia | Authentic Indonesia Blog.” Accessed September 10,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https://authentic-indonesia.com/blog/10-most-popular-batik-production-center-in-indonesia/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dirty="0"/>
              <a:t>Map shapefiles from: https://imcarto.webflow.io/gdb  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61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Nuriyanto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Lilam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Kadarin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“Preservation of the Batik Industry in Indonesia as Part of the National Identity.” 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International Journal of Science and Applied Science: Conference Series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no. 2 (2022).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ResearchGate. “Number of Batik Industries by Business Scale in Indonesia in 2021.”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 https://www.researchgate.net/figure/Number-of-Batik-Industries-by-Business-Scale-in-Indonesia-in-2021_tbl1_375499598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“Indonesia Manufacturing Industry: Production: Value: Batik | Economic Indicators | CEIC.” Accessed September 11, 2024.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 https://www.ceicdata.com/en/indonesia/manufacturing-industry-by-product-value/manufacturing-industry-production-value-batik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019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Famiola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Melia. “The Social Constructivism of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Entreprenurial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Process in SMEs Revitalization: A Case of Batik Industry in Indonesia.”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Academy of Entrepreneurship Journal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27, no. 5S (September 6, 2021): 1–12.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Image: https://gaatha.com/textiles-of-andhra/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2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609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308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5674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1111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050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70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0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72" userDrawn="1">
          <p15:clr>
            <a:srgbClr val="FBAE40"/>
          </p15:clr>
        </p15:guide>
        <p15:guide id="2" pos="2928" userDrawn="1">
          <p15:clr>
            <a:srgbClr val="FBAE40"/>
          </p15:clr>
        </p15:guide>
        <p15:guide id="3" pos="4584" userDrawn="1">
          <p15:clr>
            <a:srgbClr val="FBAE40"/>
          </p15:clr>
        </p15:guide>
        <p15:guide id="4" pos="62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150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648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7377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8006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>
            <a:extLst>
              <a:ext uri="{FF2B5EF4-FFF2-40B4-BE49-F238E27FC236}">
                <a16:creationId xmlns:a16="http://schemas.microsoft.com/office/drawing/2014/main" id="{13E521F8-83B3-D46A-1B27-32CCFD64F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1014288"/>
            <a:ext cx="4980672" cy="2267614"/>
          </a:xfrm>
        </p:spPr>
        <p:txBody>
          <a:bodyPr anchor="t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7A1D8F1-CFCC-49C3-4874-06E9B176FF3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1038" y="3499346"/>
            <a:ext cx="4980672" cy="2453700"/>
          </a:xfrm>
        </p:spPr>
        <p:txBody>
          <a:bodyPr>
            <a:no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342900" indent="-342900">
              <a:buFont typeface="+mj-lt"/>
              <a:buAutoNum type="alphaLcPeriod"/>
              <a:defRPr sz="1800"/>
            </a:lvl2pPr>
            <a:lvl3pPr marL="914400" indent="-342900">
              <a:buFont typeface="+mj-lt"/>
              <a:buAutoNum type="arabicParenR"/>
              <a:defRPr sz="1800"/>
            </a:lvl3pPr>
            <a:lvl4pPr marL="1371600" indent="-342900">
              <a:buFont typeface="+mj-lt"/>
              <a:buAutoNum type="alphaLcParenR"/>
              <a:defRPr sz="1800"/>
            </a:lvl4pPr>
            <a:lvl5pPr marL="182880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31E947A-6261-6154-651C-64D04F44207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859780" y="1014288"/>
            <a:ext cx="5651181" cy="4938758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85750" indent="-285750">
              <a:buFont typeface="Arial" panose="020B0604020202020204" pitchFamily="34" charset="0"/>
              <a:buChar char="•"/>
              <a:defRPr sz="1800"/>
            </a:lvl2pPr>
            <a:lvl3pPr marL="914400" indent="-285750">
              <a:buFont typeface="Meiryo" panose="020B0604030504040204" pitchFamily="34" charset="-128"/>
              <a:buChar char="–"/>
              <a:defRPr sz="1800"/>
            </a:lvl3pPr>
            <a:lvl4pPr marL="1371600" indent="-285750">
              <a:buFont typeface="Meiryo" panose="020B0604030504040204" pitchFamily="34" charset="-128"/>
              <a:buChar char="–"/>
              <a:defRPr sz="1800"/>
            </a:lvl4pPr>
            <a:lvl5pPr marL="1828800" indent="-285750">
              <a:buFont typeface="Meiryo" panose="020B0604030504040204" pitchFamily="34" charset="-128"/>
              <a:buChar char="–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F8EE83F-071C-ABC6-0507-321397495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477325" y="-112329"/>
            <a:ext cx="888696" cy="845489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C945BD7-A7FF-B8CB-BEE0-6B700765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443520" y="-146205"/>
            <a:ext cx="956307" cy="91324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18DFAC-77B9-BC08-65E0-69740384C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516156" y="-67275"/>
            <a:ext cx="811034" cy="755381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8296844-8339-EDA7-19BF-2C357711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570396" y="-29948"/>
            <a:ext cx="702554" cy="680727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2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B07B07-F645-F92C-3826-8B5C34AB4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354252" y="431135"/>
            <a:ext cx="1212988" cy="1154015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0D9CF31-0B63-851F-5AE7-DA8F6775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308110" y="384897"/>
            <a:ext cx="1305272" cy="124649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3FD6EFE-9F27-4298-EE90-5C5E6E955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407252" y="492629"/>
            <a:ext cx="1106988" cy="1031027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965657-4507-63A6-DADF-85647E69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481286" y="543577"/>
            <a:ext cx="958921" cy="929130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3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CC376E7-CED4-8E4E-6D65-A5F9C033E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437675" y="653223"/>
            <a:ext cx="888696" cy="845489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D5B913C-C9F4-F4FA-638D-CDA51FF3F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471480" y="619347"/>
            <a:ext cx="956307" cy="91324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67F56-A32D-3E7A-E0B7-6A4B01FD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398844" y="698277"/>
            <a:ext cx="811034" cy="755381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2B9A980-0889-05D0-3467-4F6C9F691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344604" y="735604"/>
            <a:ext cx="702554" cy="680727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ACBE71E2-3146-CE7B-E143-C9A55ABD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87E67E76-FFB5-50C5-FF6A-E58B5C5E9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98410436-9061-8BE1-1DB8-6FB3579570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35E0A7A-102F-55C8-7283-8F09BF36C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504643" y="-541126"/>
            <a:ext cx="1212988" cy="1154015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4B8D0F3-E033-9691-B7E1-8D5D45A71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458501" y="-587364"/>
            <a:ext cx="1305272" cy="124649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62131FA-FC90-4A47-187E-64BCE4438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557643" y="-479632"/>
            <a:ext cx="1106988" cy="1031027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3416236-7985-B152-0924-0AC79CD10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631677" y="-428684"/>
            <a:ext cx="958921" cy="929130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3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048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4E3F24E-E096-FA5F-505F-0482258E6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BA1D06-6815-D580-A810-E262AAE0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6889FD-F7D6-A52A-BAFB-793A0AA86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93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56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10" r:id="rId12"/>
    <p:sldLayoutId id="214748369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3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microsoft.com/office/2007/relationships/hdphoto" Target="../media/hdphoto1.wdp"/><Relationship Id="rId9" Type="http://schemas.microsoft.com/office/2007/relationships/diagramDrawing" Target="../diagrams/drawin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Indonesian Batik Fabric for Canada with free request pattern Batik -">
            <a:extLst>
              <a:ext uri="{FF2B5EF4-FFF2-40B4-BE49-F238E27FC236}">
                <a16:creationId xmlns:a16="http://schemas.microsoft.com/office/drawing/2014/main" id="{93CC4BA9-4FB4-CD6C-8E89-4A57F67E3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B5CB7C-33AC-0BE5-CE8D-41DCCB49E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Garamond" panose="02020404030301010803" pitchFamily="18" charset="0"/>
              </a:rPr>
              <a:t>How Indonesia Gave a New Life to its Dying </a:t>
            </a:r>
            <a:br>
              <a:rPr lang="en-US" sz="6600" b="1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r>
              <a:rPr lang="en-US" sz="6600" b="1" dirty="0">
                <a:solidFill>
                  <a:schemeClr val="bg1"/>
                </a:solidFill>
                <a:latin typeface="Garamond" panose="02020404030301010803" pitchFamily="18" charset="0"/>
              </a:rPr>
              <a:t>Batik Industry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5136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8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0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B57A98-46AD-61C1-FE2A-EE63B036FA6C}"/>
              </a:ext>
            </a:extLst>
          </p:cNvPr>
          <p:cNvSpPr/>
          <p:nvPr/>
        </p:nvSpPr>
        <p:spPr>
          <a:xfrm>
            <a:off x="0" y="0"/>
            <a:ext cx="12192000" cy="488809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AC9CA-75BD-F3CE-AEAC-768C0B09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38" y="381240"/>
            <a:ext cx="11021311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Batik Textiles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452D49-2052-5158-5418-6D364C9C06AD}"/>
              </a:ext>
            </a:extLst>
          </p:cNvPr>
          <p:cNvSpPr txBox="1"/>
          <p:nvPr/>
        </p:nvSpPr>
        <p:spPr>
          <a:xfrm>
            <a:off x="332490" y="1361383"/>
            <a:ext cx="546136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1000+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 history in Indonesia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Fabric designed using wax-resist technique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craft became a </a:t>
            </a:r>
            <a:r>
              <a:rPr lang="en-US" sz="18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symbol for Indonesia’s national identity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during Indonesia’s freedom struggle</a:t>
            </a:r>
            <a:endParaRPr lang="en-US" sz="1600" i="0" u="none" strike="noStrike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063" name="Picture 15" descr="US filmmaker showcases batik-making process in 'Batik of Java' - Art &amp;  Culture - The Jakarta Post">
            <a:extLst>
              <a:ext uri="{FF2B5EF4-FFF2-40B4-BE49-F238E27FC236}">
                <a16:creationId xmlns:a16="http://schemas.microsoft.com/office/drawing/2014/main" id="{E6F7FA2D-7C71-322A-79A7-AA29D3D93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405" y="383822"/>
            <a:ext cx="5629393" cy="422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Content Placeholder 11">
            <a:extLst>
              <a:ext uri="{FF2B5EF4-FFF2-40B4-BE49-F238E27FC236}">
                <a16:creationId xmlns:a16="http://schemas.microsoft.com/office/drawing/2014/main" id="{4DF718EE-FDA2-7931-1FA3-FFB050C6B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22520" y="5159664"/>
            <a:ext cx="7706283" cy="121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8B5B14-BEB0-E36E-CAA2-E1A9D07E37BC}"/>
              </a:ext>
            </a:extLst>
          </p:cNvPr>
          <p:cNvSpPr txBox="1"/>
          <p:nvPr/>
        </p:nvSpPr>
        <p:spPr>
          <a:xfrm>
            <a:off x="560458" y="5444649"/>
            <a:ext cx="3662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40,000 people</a:t>
            </a:r>
            <a:r>
              <a:rPr lang="en-US" sz="1800" dirty="0">
                <a:latin typeface="Arial" panose="020B0604020202020204" pitchFamily="34" charset="0"/>
              </a:rPr>
              <a:t> in workforce. Mostly </a:t>
            </a:r>
            <a:r>
              <a:rPr lang="en-US" sz="1800" b="1" u="none" strike="noStrike" dirty="0">
                <a:effectLst/>
                <a:latin typeface="Arial" panose="020B0604020202020204" pitchFamily="34" charset="0"/>
              </a:rPr>
              <a:t>micro</a:t>
            </a: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 and </a:t>
            </a:r>
            <a:r>
              <a:rPr lang="en-US" sz="1800" b="1" i="0" u="none" strike="noStrike" dirty="0">
                <a:effectLst/>
                <a:latin typeface="Arial" panose="020B0604020202020204" pitchFamily="34" charset="0"/>
              </a:rPr>
              <a:t>small family businesses</a:t>
            </a: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BEF1AC-B24C-39AF-4C30-2DA07FBA1C0D}"/>
              </a:ext>
            </a:extLst>
          </p:cNvPr>
          <p:cNvSpPr/>
          <p:nvPr/>
        </p:nvSpPr>
        <p:spPr>
          <a:xfrm>
            <a:off x="4222520" y="6127824"/>
            <a:ext cx="3250725" cy="316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(2021):</a:t>
            </a:r>
          </a:p>
        </p:txBody>
      </p:sp>
    </p:spTree>
    <p:extLst>
      <p:ext uri="{BB962C8B-B14F-4D97-AF65-F5344CB8AC3E}">
        <p14:creationId xmlns:p14="http://schemas.microsoft.com/office/powerpoint/2010/main" val="47500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odern motifs design for Java batik with seamless soft brown color design  Stock Vector | Adobe Stock">
            <a:extLst>
              <a:ext uri="{FF2B5EF4-FFF2-40B4-BE49-F238E27FC236}">
                <a16:creationId xmlns:a16="http://schemas.microsoft.com/office/drawing/2014/main" id="{567EBCAE-D9D6-7FEC-1083-5D42132F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59" r="9091" b="1970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AF8AF-6C17-AFE6-F7BB-192701B8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strike="noStrike" dirty="0">
                <a:effectLst/>
                <a:latin typeface="Garamond" panose="02020404030301010803" pitchFamily="18" charset="0"/>
              </a:rPr>
              <a:t>Batik Industry Decline</a:t>
            </a:r>
            <a:endParaRPr lang="en-US" dirty="0">
              <a:latin typeface="Garamond" panose="02020404030301010803" pitchFamily="18" charset="0"/>
            </a:endParaRPr>
          </a:p>
        </p:txBody>
      </p:sp>
      <p:graphicFrame>
        <p:nvGraphicFramePr>
          <p:cNvPr id="1030" name="TextBox 4">
            <a:extLst>
              <a:ext uri="{FF2B5EF4-FFF2-40B4-BE49-F238E27FC236}">
                <a16:creationId xmlns:a16="http://schemas.microsoft.com/office/drawing/2014/main" id="{0124115A-E830-2E2F-306C-8484CF51A5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7994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9796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FB432-D68D-0B8E-63DD-E631B39A6D37}"/>
              </a:ext>
            </a:extLst>
          </p:cNvPr>
          <p:cNvSpPr/>
          <p:nvPr/>
        </p:nvSpPr>
        <p:spPr>
          <a:xfrm>
            <a:off x="-132347" y="-108284"/>
            <a:ext cx="12464715" cy="7074568"/>
          </a:xfrm>
          <a:prstGeom prst="rect">
            <a:avLst/>
          </a:prstGeom>
          <a:solidFill>
            <a:srgbClr val="FBE3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B265CA-B1B5-6DF3-E825-2095A30565D2}"/>
              </a:ext>
            </a:extLst>
          </p:cNvPr>
          <p:cNvSpPr/>
          <p:nvPr/>
        </p:nvSpPr>
        <p:spPr>
          <a:xfrm>
            <a:off x="579496" y="962526"/>
            <a:ext cx="11033008" cy="4932948"/>
          </a:xfrm>
          <a:prstGeom prst="roundRect">
            <a:avLst/>
          </a:prstGeom>
          <a:solidFill>
            <a:srgbClr val="FFF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extBox 2">
            <a:extLst>
              <a:ext uri="{FF2B5EF4-FFF2-40B4-BE49-F238E27FC236}">
                <a16:creationId xmlns:a16="http://schemas.microsoft.com/office/drawing/2014/main" id="{7A176E90-47FD-BD81-C19E-A755EC4C7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225349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7EAF8AF-6C17-AFE6-F7BB-192701B8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153"/>
            <a:ext cx="10515600" cy="100459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kern="1200" dirty="0">
                <a:latin typeface="Garamond" panose="02020404030301010803" pitchFamily="18" charset="0"/>
              </a:rPr>
              <a:t>Revitalization Strategy</a:t>
            </a:r>
          </a:p>
        </p:txBody>
      </p:sp>
    </p:spTree>
    <p:extLst>
      <p:ext uri="{BB962C8B-B14F-4D97-AF65-F5344CB8AC3E}">
        <p14:creationId xmlns:p14="http://schemas.microsoft.com/office/powerpoint/2010/main" val="407012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2024 (Denpasar) Well-Guided Local Textile Tour of Denpasar">
            <a:extLst>
              <a:ext uri="{FF2B5EF4-FFF2-40B4-BE49-F238E27FC236}">
                <a16:creationId xmlns:a16="http://schemas.microsoft.com/office/drawing/2014/main" id="{416D512D-CCDD-D425-4ACC-F453945C1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5" b="7865"/>
          <a:stretch/>
        </p:blipFill>
        <p:spPr bwMode="auto">
          <a:xfrm>
            <a:off x="0" y="-2"/>
            <a:ext cx="12192001" cy="6858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4" name="Rectangle 820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10" name="Rectangle 820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FE694-8665-3DA2-64D0-E552419F2C42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Indonesian government and private sector promote textile tourism through </a:t>
            </a:r>
            <a:r>
              <a:rPr lang="en-US" sz="2200" b="1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handicraft villages </a:t>
            </a:r>
            <a:r>
              <a:rPr lang="en-US" sz="22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 concentrate Batik production and tourism opportunities.   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220115-DF63-0D88-FE03-2E8B9B95CED6}"/>
              </a:ext>
            </a:extLst>
          </p:cNvPr>
          <p:cNvSpPr txBox="1"/>
          <p:nvPr/>
        </p:nvSpPr>
        <p:spPr>
          <a:xfrm>
            <a:off x="890334" y="2574756"/>
            <a:ext cx="8133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Garamond" panose="02020404030301010803" pitchFamily="18" charset="0"/>
              </a:rPr>
              <a:t>Tourism Development</a:t>
            </a:r>
          </a:p>
        </p:txBody>
      </p:sp>
    </p:spTree>
    <p:extLst>
      <p:ext uri="{BB962C8B-B14F-4D97-AF65-F5344CB8AC3E}">
        <p14:creationId xmlns:p14="http://schemas.microsoft.com/office/powerpoint/2010/main" val="45312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A42C7B2-7BD6-433A-95AB-5AA4F44B5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BA58C7-06E5-BA0A-0EE7-D17E951CE6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154" b="-1"/>
          <a:stretch/>
        </p:blipFill>
        <p:spPr>
          <a:xfrm>
            <a:off x="-6" y="10"/>
            <a:ext cx="7642746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986129"/>
            <a:ext cx="6288261" cy="2253231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4E390-6396-B607-7D3C-F02B4433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152624"/>
            <a:ext cx="2112264" cy="19202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Batik Tours</a:t>
            </a:r>
            <a:endParaRPr lang="en-US" sz="22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7632E6-37DD-5F38-BA78-E87E04A276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7" r="17667" b="1"/>
          <a:stretch/>
        </p:blipFill>
        <p:spPr>
          <a:xfrm>
            <a:off x="7809454" y="1"/>
            <a:ext cx="4382546" cy="334564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535" y="47845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94346" y="5103601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0A75B0-5300-5F50-7A0A-540D62A1C2C8}"/>
              </a:ext>
            </a:extLst>
          </p:cNvPr>
          <p:cNvSpPr txBox="1"/>
          <p:nvPr/>
        </p:nvSpPr>
        <p:spPr>
          <a:xfrm>
            <a:off x="3364992" y="4151376"/>
            <a:ext cx="3319272" cy="1920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agencies offer textile tours, workshops, and trips designed to spotlight the world of Indonesian fabrics.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E84D7-4174-9BF1-419C-6B5657E1AD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20" r="2" b="2"/>
          <a:stretch/>
        </p:blipFill>
        <p:spPr>
          <a:xfrm>
            <a:off x="7809462" y="3512354"/>
            <a:ext cx="4382545" cy="334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4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FE694-8665-3DA2-64D0-E552419F2C42}"/>
              </a:ext>
            </a:extLst>
          </p:cNvPr>
          <p:cNvSpPr txBox="1"/>
          <p:nvPr/>
        </p:nvSpPr>
        <p:spPr>
          <a:xfrm>
            <a:off x="630935" y="2660904"/>
            <a:ext cx="5172137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The UNESCO Representative List of Intangible Cultural Heritage </a:t>
            </a:r>
            <a:r>
              <a:rPr lang="en-US" sz="2200" b="1" dirty="0"/>
              <a:t>spotlights global </a:t>
            </a:r>
            <a:r>
              <a:rPr lang="en-US" sz="2200" dirty="0"/>
              <a:t>traditions.</a:t>
            </a:r>
          </a:p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Batik earned its place on October 2, 2009, celebrated annually as </a:t>
            </a:r>
            <a:r>
              <a:rPr lang="en-US" sz="2200" i="1" dirty="0"/>
              <a:t>‘Batik Day.’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BD480-34AC-06C7-D3F8-22BBE5B81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421" y="1690540"/>
            <a:ext cx="4600231" cy="34769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0B467D-C4CB-CA43-D91D-689EF4110B5D}"/>
              </a:ext>
            </a:extLst>
          </p:cNvPr>
          <p:cNvSpPr txBox="1"/>
          <p:nvPr/>
        </p:nvSpPr>
        <p:spPr>
          <a:xfrm>
            <a:off x="667346" y="1666477"/>
            <a:ext cx="8133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Garamond" panose="02020404030301010803" pitchFamily="18" charset="0"/>
              </a:rPr>
              <a:t>Public Promotion &amp; Education</a:t>
            </a:r>
          </a:p>
        </p:txBody>
      </p:sp>
    </p:spTree>
    <p:extLst>
      <p:ext uri="{BB962C8B-B14F-4D97-AF65-F5344CB8AC3E}">
        <p14:creationId xmlns:p14="http://schemas.microsoft.com/office/powerpoint/2010/main" val="85780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6C2E430-71FC-6B18-03CB-2986C7D2BA3B}"/>
              </a:ext>
            </a:extLst>
          </p:cNvPr>
          <p:cNvSpPr/>
          <p:nvPr/>
        </p:nvSpPr>
        <p:spPr>
          <a:xfrm>
            <a:off x="0" y="902368"/>
            <a:ext cx="12192000" cy="10828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6D197-675C-0178-3FE7-E91F085EE447}"/>
              </a:ext>
            </a:extLst>
          </p:cNvPr>
          <p:cNvSpPr txBox="1"/>
          <p:nvPr/>
        </p:nvSpPr>
        <p:spPr>
          <a:xfrm>
            <a:off x="495034" y="1130167"/>
            <a:ext cx="11223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Targeted promotion and education efforts, including Batik Day, mandatory Batik uniforms, museums and Batik-themed events.</a:t>
            </a:r>
          </a:p>
        </p:txBody>
      </p:sp>
      <p:pic>
        <p:nvPicPr>
          <p:cNvPr id="8" name="Picture 7" descr="A group of people saluting&#10;&#10;Description automatically generated">
            <a:extLst>
              <a:ext uri="{FF2B5EF4-FFF2-40B4-BE49-F238E27FC236}">
                <a16:creationId xmlns:a16="http://schemas.microsoft.com/office/drawing/2014/main" id="{77BD6247-DA94-B595-41A7-1D123FDCE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024" y="2576896"/>
            <a:ext cx="5236621" cy="2945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ACEA19-7963-B32F-39FE-5E5E4A174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09" y="2576896"/>
            <a:ext cx="4418399" cy="29455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6A736E-88D4-D166-2A5E-A86083C5D68C}"/>
              </a:ext>
            </a:extLst>
          </p:cNvPr>
          <p:cNvSpPr txBox="1"/>
          <p:nvPr/>
        </p:nvSpPr>
        <p:spPr>
          <a:xfrm>
            <a:off x="613609" y="5522495"/>
            <a:ext cx="4418399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Pekalongan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Batik Museum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805F50-AB3D-8564-0592-4EF3D1838563}"/>
              </a:ext>
            </a:extLst>
          </p:cNvPr>
          <p:cNvSpPr txBox="1"/>
          <p:nvPr/>
        </p:nvSpPr>
        <p:spPr>
          <a:xfrm>
            <a:off x="5980024" y="5520533"/>
            <a:ext cx="5236621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Local gov’ts require Batik uniforms on certain days</a:t>
            </a:r>
          </a:p>
        </p:txBody>
      </p:sp>
    </p:spTree>
    <p:extLst>
      <p:ext uri="{BB962C8B-B14F-4D97-AF65-F5344CB8AC3E}">
        <p14:creationId xmlns:p14="http://schemas.microsoft.com/office/powerpoint/2010/main" val="103746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he Solo Batik Carnival">
            <a:extLst>
              <a:ext uri="{FF2B5EF4-FFF2-40B4-BE49-F238E27FC236}">
                <a16:creationId xmlns:a16="http://schemas.microsoft.com/office/drawing/2014/main" id="{B4D2E0E7-CCAF-3CC9-9589-C0A06E5C5A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4" r="20981"/>
          <a:stretch/>
        </p:blipFill>
        <p:spPr bwMode="auto">
          <a:xfrm>
            <a:off x="1223037" y="805657"/>
            <a:ext cx="5577703" cy="517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9966D2-6C2F-F902-D788-7FC700E74611}"/>
              </a:ext>
            </a:extLst>
          </p:cNvPr>
          <p:cNvSpPr txBox="1"/>
          <p:nvPr/>
        </p:nvSpPr>
        <p:spPr>
          <a:xfrm>
            <a:off x="7910285" y="2533476"/>
            <a:ext cx="344351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Surakarta, Yogyakarta, </a:t>
            </a:r>
            <a:r>
              <a:rPr lang="en-US" sz="2000" dirty="0" err="1"/>
              <a:t>Pekalongan</a:t>
            </a:r>
            <a:r>
              <a:rPr lang="en-US" sz="2000" dirty="0"/>
              <a:t>, and </a:t>
            </a:r>
            <a:r>
              <a:rPr lang="en-US" sz="2000" dirty="0" err="1"/>
              <a:t>Lasem</a:t>
            </a:r>
            <a:r>
              <a:rPr lang="en-US" sz="2000" dirty="0"/>
              <a:t> have become batik hotspots, hosting vibrant events like Solo Batik Carnival, Jogja Fashion Week, and International Batik Week.</a:t>
            </a:r>
          </a:p>
        </p:txBody>
      </p:sp>
      <p:grpSp>
        <p:nvGrpSpPr>
          <p:cNvPr id="2097" name="Group 2096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098" name="Rectangle 2097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9" name="Rectangle 2098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82DE3FF-E322-06A3-95B0-F4ED582F5429}"/>
              </a:ext>
            </a:extLst>
          </p:cNvPr>
          <p:cNvSpPr/>
          <p:nvPr/>
        </p:nvSpPr>
        <p:spPr>
          <a:xfrm>
            <a:off x="-5025" y="6641432"/>
            <a:ext cx="12207200" cy="216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D35BD-A926-6DBA-313A-91BC33A7C224}"/>
              </a:ext>
            </a:extLst>
          </p:cNvPr>
          <p:cNvSpPr txBox="1"/>
          <p:nvPr/>
        </p:nvSpPr>
        <p:spPr>
          <a:xfrm>
            <a:off x="1223037" y="5621953"/>
            <a:ext cx="5577703" cy="369332"/>
          </a:xfrm>
          <a:prstGeom prst="rect">
            <a:avLst/>
          </a:prstGeom>
          <a:solidFill>
            <a:srgbClr val="E97132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Solo Batik Carnival</a:t>
            </a:r>
          </a:p>
        </p:txBody>
      </p:sp>
    </p:spTree>
    <p:extLst>
      <p:ext uri="{BB962C8B-B14F-4D97-AF65-F5344CB8AC3E}">
        <p14:creationId xmlns:p14="http://schemas.microsoft.com/office/powerpoint/2010/main" val="330939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Batik - Wikipedia">
            <a:extLst>
              <a:ext uri="{FF2B5EF4-FFF2-40B4-BE49-F238E27FC236}">
                <a16:creationId xmlns:a16="http://schemas.microsoft.com/office/drawing/2014/main" id="{D1717054-D0F4-7609-A341-82908ACF7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699" y="-2"/>
            <a:ext cx="770020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A1F8DB1-C62C-2705-7E12-1A3816CF38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358552"/>
              </p:ext>
            </p:extLst>
          </p:nvPr>
        </p:nvGraphicFramePr>
        <p:xfrm>
          <a:off x="611549" y="1336307"/>
          <a:ext cx="10889547" cy="41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675B4B0-435B-8497-C458-0731923F45DA}"/>
              </a:ext>
            </a:extLst>
          </p:cNvPr>
          <p:cNvSpPr/>
          <p:nvPr/>
        </p:nvSpPr>
        <p:spPr>
          <a:xfrm>
            <a:off x="-1" y="-2"/>
            <a:ext cx="2232850" cy="68580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8FD2D3-E150-A3D3-1632-C69079B2FE98}"/>
              </a:ext>
            </a:extLst>
          </p:cNvPr>
          <p:cNvSpPr/>
          <p:nvPr/>
        </p:nvSpPr>
        <p:spPr>
          <a:xfrm>
            <a:off x="9955301" y="-2"/>
            <a:ext cx="2237501" cy="68580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94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97A165-F120-34FB-761D-F71364264F25}"/>
              </a:ext>
            </a:extLst>
          </p:cNvPr>
          <p:cNvSpPr txBox="1"/>
          <p:nvPr/>
        </p:nvSpPr>
        <p:spPr>
          <a:xfrm>
            <a:off x="6431280" y="1554480"/>
            <a:ext cx="4099559" cy="10926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Garamond" panose="02020404030301010803" pitchFamily="18" charset="0"/>
                <a:ea typeface="+mj-ea"/>
                <a:cs typeface="+mj-cs"/>
              </a:rPr>
              <a:t>Supportive Policy Framework</a:t>
            </a:r>
          </a:p>
        </p:txBody>
      </p:sp>
      <p:pic>
        <p:nvPicPr>
          <p:cNvPr id="4100" name="Picture 4" descr="Batik">
            <a:extLst>
              <a:ext uri="{FF2B5EF4-FFF2-40B4-BE49-F238E27FC236}">
                <a16:creationId xmlns:a16="http://schemas.microsoft.com/office/drawing/2014/main" id="{08ABF6E2-9396-826C-0FB9-AF56F5746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04941" y="1467896"/>
            <a:ext cx="4833683" cy="4004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Graphic 49" descr="Bank">
            <a:extLst>
              <a:ext uri="{FF2B5EF4-FFF2-40B4-BE49-F238E27FC236}">
                <a16:creationId xmlns:a16="http://schemas.microsoft.com/office/drawing/2014/main" id="{A9B2B850-9766-5DA4-C0E6-47EDE19DE8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1158239"/>
            <a:ext cx="4509967" cy="4509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CEC889-4174-96D6-AF73-302DE229DB96}"/>
              </a:ext>
            </a:extLst>
          </p:cNvPr>
          <p:cNvSpPr txBox="1"/>
          <p:nvPr/>
        </p:nvSpPr>
        <p:spPr>
          <a:xfrm>
            <a:off x="6273999" y="2762076"/>
            <a:ext cx="4013002" cy="24195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marR="0" lvl="0" indent="-22860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Creative Economy Law (2019) regulates handicrafts and provides artisans with the right to local/central government support.</a:t>
            </a:r>
          </a:p>
          <a:p>
            <a:pPr marL="285750" marR="0" lvl="0" indent="-22860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Local policies, spatial, and sectoral plans include Batik.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A838831-698C-DF3A-77F4-7B8680A75442}"/>
              </a:ext>
            </a:extLst>
          </p:cNvPr>
          <p:cNvSpPr/>
          <p:nvPr/>
        </p:nvSpPr>
        <p:spPr>
          <a:xfrm>
            <a:off x="1" y="5981309"/>
            <a:ext cx="12192000" cy="87669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3943A6-A360-018D-C33E-D2C6EE139981}"/>
              </a:ext>
            </a:extLst>
          </p:cNvPr>
          <p:cNvSpPr/>
          <p:nvPr/>
        </p:nvSpPr>
        <p:spPr>
          <a:xfrm>
            <a:off x="1319731" y="1053106"/>
            <a:ext cx="9552538" cy="483368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56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CBEE4-7AB5-647B-44D9-6D553012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C1DFB-AAE4-6EA5-1990-DE9D42EC0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815422"/>
            <a:ext cx="6002636" cy="1241978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Increase in Tourism Revenues: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3.5X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Increase in Production Value: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20X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66ED67-F6BC-7325-280E-3E922F9979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7784" y="3024561"/>
            <a:ext cx="11164824" cy="2902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81F8E-C2D9-B43A-F002-8463043548DF}"/>
              </a:ext>
            </a:extLst>
          </p:cNvPr>
          <p:cNvSpPr txBox="1"/>
          <p:nvPr/>
        </p:nvSpPr>
        <p:spPr>
          <a:xfrm>
            <a:off x="554416" y="5927414"/>
            <a:ext cx="1116482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Annual Tourism Revenues in Indonesia in Billion USD</a:t>
            </a:r>
          </a:p>
        </p:txBody>
      </p:sp>
    </p:spTree>
    <p:extLst>
      <p:ext uri="{BB962C8B-B14F-4D97-AF65-F5344CB8AC3E}">
        <p14:creationId xmlns:p14="http://schemas.microsoft.com/office/powerpoint/2010/main" val="285123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736EA7-E3AA-C28C-52A8-4663DF66D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2338" y="0"/>
            <a:ext cx="1310433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60B07-5506-6C06-7755-9C44E08ED0E3}"/>
              </a:ext>
            </a:extLst>
          </p:cNvPr>
          <p:cNvSpPr txBox="1"/>
          <p:nvPr/>
        </p:nvSpPr>
        <p:spPr>
          <a:xfrm>
            <a:off x="3468414" y="2032700"/>
            <a:ext cx="8174518" cy="92333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80% of Batik is produced within the central island of Java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(in pink)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This map marks </a:t>
            </a:r>
            <a:r>
              <a:rPr lang="en-US" u="sng" dirty="0">
                <a:solidFill>
                  <a:srgbClr val="000000"/>
                </a:solidFill>
                <a:latin typeface="Arial" panose="020B0604020202020204" pitchFamily="34" charset="0"/>
              </a:rPr>
              <a:t>10 major Batik production centers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741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D39FECE-9730-90B9-ABD1-A81EB8F8AA22}"/>
              </a:ext>
            </a:extLst>
          </p:cNvPr>
          <p:cNvSpPr txBox="1"/>
          <p:nvPr/>
        </p:nvSpPr>
        <p:spPr>
          <a:xfrm>
            <a:off x="602854" y="5902658"/>
            <a:ext cx="10986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2015 annual production value was 1 trillion rupiah.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Now, </a:t>
            </a:r>
            <a:r>
              <a:rPr lang="en-US" dirty="0">
                <a:latin typeface="Arial" panose="020B0604020202020204" pitchFamily="34" charset="0"/>
              </a:rPr>
              <a:t>annual production value has more than </a:t>
            </a:r>
            <a:r>
              <a:rPr lang="en-US" b="1" dirty="0">
                <a:latin typeface="Arial" panose="020B0604020202020204" pitchFamily="34" charset="0"/>
              </a:rPr>
              <a:t>quadrupled </a:t>
            </a:r>
            <a:r>
              <a:rPr lang="en-US" dirty="0">
                <a:latin typeface="Arial" panose="020B0604020202020204" pitchFamily="34" charset="0"/>
              </a:rPr>
              <a:t>at</a:t>
            </a: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 4.89 trillion rupiahs (317 million USD).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91F42F-9523-151F-2343-5925D4DF72D2}"/>
              </a:ext>
            </a:extLst>
          </p:cNvPr>
          <p:cNvSpPr txBox="1"/>
          <p:nvPr/>
        </p:nvSpPr>
        <p:spPr>
          <a:xfrm>
            <a:off x="739146" y="367061"/>
            <a:ext cx="107055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Production Value of Batik Industry (Billion Indonesian Rupiah) 2004-15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248B2-1620-25B3-F059-6D66AECE8BE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01504" y="846553"/>
            <a:ext cx="10431331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29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249" name="Rectangle 1024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AF8AF-6C17-AFE6-F7BB-192701B8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42902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Learning for Indian Handicrafts and Handloom Sector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FE694-8665-3DA2-64D0-E552419F2C42}"/>
              </a:ext>
            </a:extLst>
          </p:cNvPr>
          <p:cNvSpPr txBox="1"/>
          <p:nvPr/>
        </p:nvSpPr>
        <p:spPr>
          <a:xfrm>
            <a:off x="225832" y="2916620"/>
            <a:ext cx="5686238" cy="32634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85750" defTabSz="9144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Successful h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andicraft strategy involves both </a:t>
            </a:r>
            <a:r>
              <a:rPr lang="en-US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supply and demand-side interventions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285750" defTabSz="9144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Batik’s inclusion in </a:t>
            </a:r>
            <a:r>
              <a:rPr lang="en-US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UNESCO’s Intangible Cultural Heritage list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sparked global and local interest.</a:t>
            </a:r>
          </a:p>
          <a:p>
            <a:pPr marL="342900" indent="-285750" defTabSz="9144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Demand surged through </a:t>
            </a:r>
            <a:r>
              <a:rPr lang="en-US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Batik-themed Events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ike Batik Day, local icons, fairs, and museums.</a:t>
            </a:r>
          </a:p>
          <a:p>
            <a:pPr marL="342900" indent="-285750" defTabSz="9144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Artisans empowered 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patent training, supportive policies for SMEs, and skill-building programs.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Textiles of Andhra- Handloom Weaving Story of Indian crafts and craftsmen">
            <a:extLst>
              <a:ext uri="{FF2B5EF4-FFF2-40B4-BE49-F238E27FC236}">
                <a16:creationId xmlns:a16="http://schemas.microsoft.com/office/drawing/2014/main" id="{AFE8F136-D32C-1785-5493-92386F352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67" r="25102"/>
          <a:stretch/>
        </p:blipFill>
        <p:spPr bwMode="auto">
          <a:xfrm>
            <a:off x="6096000" y="1"/>
            <a:ext cx="610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82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136FBFD-CEAC-47B6-A2BE-91A1F1A46B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64C4C-1C1A-4AD5-A45E-ACC15888C1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0FE38A-9F40-477F-8251-8026D807743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4479</TotalTime>
  <Words>2972</Words>
  <Application>Microsoft Office PowerPoint</Application>
  <PresentationFormat>Widescreen</PresentationFormat>
  <Paragraphs>147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Meiryo</vt:lpstr>
      <vt:lpstr>Aptos</vt:lpstr>
      <vt:lpstr>Aptos Display</vt:lpstr>
      <vt:lpstr>Arial</vt:lpstr>
      <vt:lpstr>Calibri</vt:lpstr>
      <vt:lpstr>Garamond</vt:lpstr>
      <vt:lpstr>Times New Roman</vt:lpstr>
      <vt:lpstr>Wingdings</vt:lpstr>
      <vt:lpstr>Office Theme</vt:lpstr>
      <vt:lpstr>How Indonesia Gave a New Life to its Dying  Batik Industry</vt:lpstr>
      <vt:lpstr>Batik Textiles</vt:lpstr>
      <vt:lpstr>Batik Industry Decline</vt:lpstr>
      <vt:lpstr>Revitalization Strategy</vt:lpstr>
      <vt:lpstr>PowerPoint Presentation</vt:lpstr>
      <vt:lpstr>Batik Tours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Learning for Indian Handicrafts and Handloom Sector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Sharanya Sahu</dc:creator>
  <cp:lastModifiedBy>Sharanya Sahu</cp:lastModifiedBy>
  <cp:revision>1</cp:revision>
  <dcterms:created xsi:type="dcterms:W3CDTF">2024-09-09T09:55:31Z</dcterms:created>
  <dcterms:modified xsi:type="dcterms:W3CDTF">2024-09-14T08:30:36Z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